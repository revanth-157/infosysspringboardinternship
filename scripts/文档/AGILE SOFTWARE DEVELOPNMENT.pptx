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0" r:id="rId4"/>
    <p:sldId id="258" r:id="rId5"/>
    <p:sldId id="259" r:id="rId6"/>
    <p:sldId id="260" r:id="rId7"/>
    <p:sldId id="261" r:id="rId8"/>
    <p:sldId id="262" r:id="rId9"/>
    <p:sldId id="263" r:id="rId10"/>
    <p:sldId id="264" r:id="rId11"/>
    <p:sldId id="271" r:id="rId12"/>
    <p:sldId id="266" r:id="rId13"/>
    <p:sldId id="265"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D" id="{381DD5FA-6153-4F40-ACCE-6E0A1735BA7D}">
          <p14:sldIdLst>
            <p14:sldId id="256"/>
            <p14:sldId id="257"/>
            <p14:sldId id="270"/>
            <p14:sldId id="258"/>
            <p14:sldId id="259"/>
            <p14:sldId id="260"/>
            <p14:sldId id="261"/>
            <p14:sldId id="262"/>
            <p14:sldId id="263"/>
            <p14:sldId id="264"/>
            <p14:sldId id="271"/>
            <p14:sldId id="266"/>
            <p14:sldId id="265"/>
            <p14:sldId id="267"/>
            <p14:sldId id="268"/>
          </p14:sldIdLst>
        </p14:section>
        <p14:section name="Untitled Section" id="{05A3F836-1D03-4A20-93CF-488FF2220B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EB3E53-032A-4F77-967F-54B048A325A8}" v="224" dt="2025-03-24T01:49:55.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7" autoAdjust="0"/>
    <p:restoredTop sz="94660"/>
  </p:normalViewPr>
  <p:slideViewPr>
    <p:cSldViewPr snapToGrid="0">
      <p:cViewPr varScale="1">
        <p:scale>
          <a:sx n="78" d="100"/>
          <a:sy n="78" d="100"/>
        </p:scale>
        <p:origin x="1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vanth Parna" userId="be43f4da590c7050" providerId="LiveId" clId="{34EB3E53-032A-4F77-967F-54B048A325A8}"/>
    <pc:docChg chg="undo custSel addSld delSld modSld sldOrd addSection modSection">
      <pc:chgData name="Revanth Parna" userId="be43f4da590c7050" providerId="LiveId" clId="{34EB3E53-032A-4F77-967F-54B048A325A8}" dt="2025-03-24T01:49:55.388" v="2582"/>
      <pc:docMkLst>
        <pc:docMk/>
      </pc:docMkLst>
      <pc:sldChg chg="addSp delSp modSp mod modTransition setBg">
        <pc:chgData name="Revanth Parna" userId="be43f4da590c7050" providerId="LiveId" clId="{34EB3E53-032A-4F77-967F-54B048A325A8}" dt="2025-03-24T01:32:25.009" v="2381"/>
        <pc:sldMkLst>
          <pc:docMk/>
          <pc:sldMk cId="3980268840" sldId="256"/>
        </pc:sldMkLst>
        <pc:spChg chg="mod">
          <ac:chgData name="Revanth Parna" userId="be43f4da590c7050" providerId="LiveId" clId="{34EB3E53-032A-4F77-967F-54B048A325A8}" dt="2025-03-24T01:30:43.673" v="2375" actId="14100"/>
          <ac:spMkLst>
            <pc:docMk/>
            <pc:sldMk cId="3980268840" sldId="256"/>
            <ac:spMk id="2" creationId="{449E52B7-E8B7-48FA-FD14-B2E965D90026}"/>
          </ac:spMkLst>
        </pc:spChg>
        <pc:spChg chg="mod">
          <ac:chgData name="Revanth Parna" userId="be43f4da590c7050" providerId="LiveId" clId="{34EB3E53-032A-4F77-967F-54B048A325A8}" dt="2025-03-24T01:25:03.123" v="2361" actId="1076"/>
          <ac:spMkLst>
            <pc:docMk/>
            <pc:sldMk cId="3980268840" sldId="256"/>
            <ac:spMk id="3" creationId="{52393701-8A8A-C185-8128-36522EE3B1AE}"/>
          </ac:spMkLst>
        </pc:spChg>
        <pc:spChg chg="add mod">
          <ac:chgData name="Revanth Parna" userId="be43f4da590c7050" providerId="LiveId" clId="{34EB3E53-032A-4F77-967F-54B048A325A8}" dt="2025-03-24T01:25:00.411" v="2360" actId="1076"/>
          <ac:spMkLst>
            <pc:docMk/>
            <pc:sldMk cId="3980268840" sldId="256"/>
            <ac:spMk id="4" creationId="{1EAE7AE7-6320-156C-92F8-5BAA26011B5B}"/>
          </ac:spMkLst>
        </pc:spChg>
        <pc:picChg chg="add del mod">
          <ac:chgData name="Revanth Parna" userId="be43f4da590c7050" providerId="LiveId" clId="{34EB3E53-032A-4F77-967F-54B048A325A8}" dt="2025-03-24T01:22:41.731" v="2319" actId="21"/>
          <ac:picMkLst>
            <pc:docMk/>
            <pc:sldMk cId="3980268840" sldId="256"/>
            <ac:picMk id="13314" creationId="{AB566BC8-6660-7D5D-92B9-1084D728DAB1}"/>
          </ac:picMkLst>
        </pc:picChg>
      </pc:sldChg>
      <pc:sldChg chg="addSp modSp mod modTransition setBg">
        <pc:chgData name="Revanth Parna" userId="be43f4da590c7050" providerId="LiveId" clId="{34EB3E53-032A-4F77-967F-54B048A325A8}" dt="2025-03-24T01:49:55.388" v="2582"/>
        <pc:sldMkLst>
          <pc:docMk/>
          <pc:sldMk cId="1942786367" sldId="257"/>
        </pc:sldMkLst>
        <pc:spChg chg="mod">
          <ac:chgData name="Revanth Parna" userId="be43f4da590c7050" providerId="LiveId" clId="{34EB3E53-032A-4F77-967F-54B048A325A8}" dt="2025-03-24T01:49:33.501" v="2581"/>
          <ac:spMkLst>
            <pc:docMk/>
            <pc:sldMk cId="1942786367" sldId="257"/>
            <ac:spMk id="2" creationId="{42C2B069-B232-93A0-A0B3-88CC49AAE9EE}"/>
          </ac:spMkLst>
        </pc:spChg>
        <pc:spChg chg="mod">
          <ac:chgData name="Revanth Parna" userId="be43f4da590c7050" providerId="LiveId" clId="{34EB3E53-032A-4F77-967F-54B048A325A8}" dt="2025-03-24T01:49:25.069" v="2579" actId="207"/>
          <ac:spMkLst>
            <pc:docMk/>
            <pc:sldMk cId="1942786367" sldId="257"/>
            <ac:spMk id="3" creationId="{A557882D-DF77-FF1D-96FF-CF013B44EF76}"/>
          </ac:spMkLst>
        </pc:spChg>
        <pc:picChg chg="add mod">
          <ac:chgData name="Revanth Parna" userId="be43f4da590c7050" providerId="LiveId" clId="{34EB3E53-032A-4F77-967F-54B048A325A8}" dt="2025-03-23T19:02:32.224" v="1392" actId="14100"/>
          <ac:picMkLst>
            <pc:docMk/>
            <pc:sldMk cId="1942786367" sldId="257"/>
            <ac:picMk id="2050" creationId="{0C4F963C-75BB-3D6B-4AC2-C3C1BD2BEDD2}"/>
          </ac:picMkLst>
        </pc:picChg>
      </pc:sldChg>
      <pc:sldChg chg="addSp modSp add del mod modTransition setBg">
        <pc:chgData name="Revanth Parna" userId="be43f4da590c7050" providerId="LiveId" clId="{34EB3E53-032A-4F77-967F-54B048A325A8}" dt="2025-03-24T01:47:05.445" v="2568"/>
        <pc:sldMkLst>
          <pc:docMk/>
          <pc:sldMk cId="3252441410" sldId="258"/>
        </pc:sldMkLst>
        <pc:spChg chg="mod">
          <ac:chgData name="Revanth Parna" userId="be43f4da590c7050" providerId="LiveId" clId="{34EB3E53-032A-4F77-967F-54B048A325A8}" dt="2025-03-24T01:37:10.154" v="2422" actId="207"/>
          <ac:spMkLst>
            <pc:docMk/>
            <pc:sldMk cId="3252441410" sldId="258"/>
            <ac:spMk id="2" creationId="{D0C08924-F294-5C04-36E2-79A1E2F0B34B}"/>
          </ac:spMkLst>
        </pc:spChg>
        <pc:spChg chg="mod">
          <ac:chgData name="Revanth Parna" userId="be43f4da590c7050" providerId="LiveId" clId="{34EB3E53-032A-4F77-967F-54B048A325A8}" dt="2025-03-24T01:37:07.103" v="2421" actId="207"/>
          <ac:spMkLst>
            <pc:docMk/>
            <pc:sldMk cId="3252441410" sldId="258"/>
            <ac:spMk id="3" creationId="{56BA5149-9415-19C7-E24B-4AC951B6A1CE}"/>
          </ac:spMkLst>
        </pc:spChg>
        <pc:picChg chg="add mod">
          <ac:chgData name="Revanth Parna" userId="be43f4da590c7050" providerId="LiveId" clId="{34EB3E53-032A-4F77-967F-54B048A325A8}" dt="2025-03-24T01:35:15.177" v="2407" actId="1076"/>
          <ac:picMkLst>
            <pc:docMk/>
            <pc:sldMk cId="3252441410" sldId="258"/>
            <ac:picMk id="3074" creationId="{1F3AD159-52D5-454E-90BF-5CAC52FA4779}"/>
          </ac:picMkLst>
        </pc:picChg>
      </pc:sldChg>
      <pc:sldChg chg="addSp modSp add del mod modTransition setBg">
        <pc:chgData name="Revanth Parna" userId="be43f4da590c7050" providerId="LiveId" clId="{34EB3E53-032A-4F77-967F-54B048A325A8}" dt="2025-03-24T01:47:06.620" v="2569"/>
        <pc:sldMkLst>
          <pc:docMk/>
          <pc:sldMk cId="3866009344" sldId="259"/>
        </pc:sldMkLst>
        <pc:spChg chg="mod">
          <ac:chgData name="Revanth Parna" userId="be43f4da590c7050" providerId="LiveId" clId="{34EB3E53-032A-4F77-967F-54B048A325A8}" dt="2025-03-24T01:37:01.235" v="2420" actId="207"/>
          <ac:spMkLst>
            <pc:docMk/>
            <pc:sldMk cId="3866009344" sldId="259"/>
            <ac:spMk id="2" creationId="{9D64834D-E9DF-DA4B-AD98-3A71E70D20DD}"/>
          </ac:spMkLst>
        </pc:spChg>
        <pc:spChg chg="mod">
          <ac:chgData name="Revanth Parna" userId="be43f4da590c7050" providerId="LiveId" clId="{34EB3E53-032A-4F77-967F-54B048A325A8}" dt="2025-03-24T01:36:58.103" v="2419" actId="207"/>
          <ac:spMkLst>
            <pc:docMk/>
            <pc:sldMk cId="3866009344" sldId="259"/>
            <ac:spMk id="3" creationId="{60BE35E5-33BD-DFC1-DD46-FC9717C7772A}"/>
          </ac:spMkLst>
        </pc:spChg>
        <pc:picChg chg="add mod">
          <ac:chgData name="Revanth Parna" userId="be43f4da590c7050" providerId="LiveId" clId="{34EB3E53-032A-4F77-967F-54B048A325A8}" dt="2025-03-24T01:44:55.285" v="2563" actId="14100"/>
          <ac:picMkLst>
            <pc:docMk/>
            <pc:sldMk cId="3866009344" sldId="259"/>
            <ac:picMk id="4098" creationId="{EB17A03C-E556-77B4-225D-1D2A30E61B92}"/>
          </ac:picMkLst>
        </pc:picChg>
      </pc:sldChg>
      <pc:sldChg chg="addSp modSp add del mod modTransition setBg">
        <pc:chgData name="Revanth Parna" userId="be43f4da590c7050" providerId="LiveId" clId="{34EB3E53-032A-4F77-967F-54B048A325A8}" dt="2025-03-24T01:47:08.093" v="2570"/>
        <pc:sldMkLst>
          <pc:docMk/>
          <pc:sldMk cId="3891219502" sldId="260"/>
        </pc:sldMkLst>
        <pc:spChg chg="mod">
          <ac:chgData name="Revanth Parna" userId="be43f4da590c7050" providerId="LiveId" clId="{34EB3E53-032A-4F77-967F-54B048A325A8}" dt="2025-03-24T01:36:26.305" v="2418" actId="207"/>
          <ac:spMkLst>
            <pc:docMk/>
            <pc:sldMk cId="3891219502" sldId="260"/>
            <ac:spMk id="2" creationId="{C007CF81-B3B7-715E-FA7D-B6D02357B81A}"/>
          </ac:spMkLst>
        </pc:spChg>
        <pc:spChg chg="mod">
          <ac:chgData name="Revanth Parna" userId="be43f4da590c7050" providerId="LiveId" clId="{34EB3E53-032A-4F77-967F-54B048A325A8}" dt="2025-03-24T01:36:22.755" v="2417" actId="207"/>
          <ac:spMkLst>
            <pc:docMk/>
            <pc:sldMk cId="3891219502" sldId="260"/>
            <ac:spMk id="3" creationId="{1469F5A6-A910-F807-851A-43A36054F948}"/>
          </ac:spMkLst>
        </pc:spChg>
        <pc:picChg chg="add mod">
          <ac:chgData name="Revanth Parna" userId="be43f4da590c7050" providerId="LiveId" clId="{34EB3E53-032A-4F77-967F-54B048A325A8}" dt="2025-03-24T01:33:43.906" v="2395" actId="14100"/>
          <ac:picMkLst>
            <pc:docMk/>
            <pc:sldMk cId="3891219502" sldId="260"/>
            <ac:picMk id="1026" creationId="{831E1117-36F5-1B43-6E82-E7723DBBEAFE}"/>
          </ac:picMkLst>
        </pc:picChg>
      </pc:sldChg>
      <pc:sldChg chg="addSp modSp mod modTransition setBg">
        <pc:chgData name="Revanth Parna" userId="be43f4da590c7050" providerId="LiveId" clId="{34EB3E53-032A-4F77-967F-54B048A325A8}" dt="2025-03-24T01:47:10.013" v="2571"/>
        <pc:sldMkLst>
          <pc:docMk/>
          <pc:sldMk cId="2740415979" sldId="261"/>
        </pc:sldMkLst>
        <pc:spChg chg="mod">
          <ac:chgData name="Revanth Parna" userId="be43f4da590c7050" providerId="LiveId" clId="{34EB3E53-032A-4F77-967F-54B048A325A8}" dt="2025-03-24T01:46:19.256" v="2565" actId="207"/>
          <ac:spMkLst>
            <pc:docMk/>
            <pc:sldMk cId="2740415979" sldId="261"/>
            <ac:spMk id="2" creationId="{25A03023-6DDB-3E4D-8A9A-31E8E1083BB9}"/>
          </ac:spMkLst>
        </pc:spChg>
        <pc:spChg chg="mod">
          <ac:chgData name="Revanth Parna" userId="be43f4da590c7050" providerId="LiveId" clId="{34EB3E53-032A-4F77-967F-54B048A325A8}" dt="2025-03-24T01:35:58.931" v="2414" actId="207"/>
          <ac:spMkLst>
            <pc:docMk/>
            <pc:sldMk cId="2740415979" sldId="261"/>
            <ac:spMk id="3" creationId="{C10220F2-AFE0-19B0-5789-C1134DA15A3D}"/>
          </ac:spMkLst>
        </pc:spChg>
        <pc:picChg chg="add mod">
          <ac:chgData name="Revanth Parna" userId="be43f4da590c7050" providerId="LiveId" clId="{34EB3E53-032A-4F77-967F-54B048A325A8}" dt="2025-03-23T19:15:52.709" v="1407" actId="1076"/>
          <ac:picMkLst>
            <pc:docMk/>
            <pc:sldMk cId="2740415979" sldId="261"/>
            <ac:picMk id="5122" creationId="{F6FF5852-A47F-2A7A-F4F9-1177042C7054}"/>
          </ac:picMkLst>
        </pc:picChg>
      </pc:sldChg>
      <pc:sldChg chg="addSp modSp mod modTransition setBg">
        <pc:chgData name="Revanth Parna" userId="be43f4da590c7050" providerId="LiveId" clId="{34EB3E53-032A-4F77-967F-54B048A325A8}" dt="2025-03-24T01:47:11.708" v="2572"/>
        <pc:sldMkLst>
          <pc:docMk/>
          <pc:sldMk cId="974611757" sldId="262"/>
        </pc:sldMkLst>
        <pc:spChg chg="mod">
          <ac:chgData name="Revanth Parna" userId="be43f4da590c7050" providerId="LiveId" clId="{34EB3E53-032A-4F77-967F-54B048A325A8}" dt="2025-03-24T01:36:09.264" v="2415" actId="207"/>
          <ac:spMkLst>
            <pc:docMk/>
            <pc:sldMk cId="974611757" sldId="262"/>
            <ac:spMk id="3" creationId="{D8C9F2C3-F863-046A-F490-FFE5A4D85F6A}"/>
          </ac:spMkLst>
        </pc:spChg>
        <pc:picChg chg="add mod">
          <ac:chgData name="Revanth Parna" userId="be43f4da590c7050" providerId="LiveId" clId="{34EB3E53-032A-4F77-967F-54B048A325A8}" dt="2025-03-23T19:15:57.229" v="1409" actId="1076"/>
          <ac:picMkLst>
            <pc:docMk/>
            <pc:sldMk cId="974611757" sldId="262"/>
            <ac:picMk id="6146" creationId="{3E650ADC-9439-B36E-9B9C-DE4B5DCE1329}"/>
          </ac:picMkLst>
        </pc:picChg>
      </pc:sldChg>
      <pc:sldChg chg="addSp delSp modSp mod modTransition setBg">
        <pc:chgData name="Revanth Parna" userId="be43f4da590c7050" providerId="LiveId" clId="{34EB3E53-032A-4F77-967F-54B048A325A8}" dt="2025-03-24T01:47:13.365" v="2573"/>
        <pc:sldMkLst>
          <pc:docMk/>
          <pc:sldMk cId="690232492" sldId="263"/>
        </pc:sldMkLst>
        <pc:spChg chg="del">
          <ac:chgData name="Revanth Parna" userId="be43f4da590c7050" providerId="LiveId" clId="{34EB3E53-032A-4F77-967F-54B048A325A8}" dt="2025-03-23T18:40:28.843" v="178" actId="21"/>
          <ac:spMkLst>
            <pc:docMk/>
            <pc:sldMk cId="690232492" sldId="263"/>
            <ac:spMk id="2" creationId="{A3721F2F-AA28-29D2-56F5-A0A32B61C6CA}"/>
          </ac:spMkLst>
        </pc:spChg>
        <pc:spChg chg="mod">
          <ac:chgData name="Revanth Parna" userId="be43f4da590c7050" providerId="LiveId" clId="{34EB3E53-032A-4F77-967F-54B048A325A8}" dt="2025-03-24T01:36:14.879" v="2416" actId="207"/>
          <ac:spMkLst>
            <pc:docMk/>
            <pc:sldMk cId="690232492" sldId="263"/>
            <ac:spMk id="3" creationId="{CF24A091-7DCA-9240-348B-9ABEA29BE33A}"/>
          </ac:spMkLst>
        </pc:spChg>
        <pc:picChg chg="add mod">
          <ac:chgData name="Revanth Parna" userId="be43f4da590c7050" providerId="LiveId" clId="{34EB3E53-032A-4F77-967F-54B048A325A8}" dt="2025-03-23T19:17:17.324" v="1420" actId="1076"/>
          <ac:picMkLst>
            <pc:docMk/>
            <pc:sldMk cId="690232492" sldId="263"/>
            <ac:picMk id="4" creationId="{FD557D61-C6C1-07E1-E75B-B6ED0F220819}"/>
          </ac:picMkLst>
        </pc:picChg>
      </pc:sldChg>
      <pc:sldChg chg="addSp modSp new mod ord modTransition setBg">
        <pc:chgData name="Revanth Parna" userId="be43f4da590c7050" providerId="LiveId" clId="{34EB3E53-032A-4F77-967F-54B048A325A8}" dt="2025-03-24T01:47:15.741" v="2574"/>
        <pc:sldMkLst>
          <pc:docMk/>
          <pc:sldMk cId="2686216220" sldId="264"/>
        </pc:sldMkLst>
        <pc:spChg chg="mod">
          <ac:chgData name="Revanth Parna" userId="be43f4da590c7050" providerId="LiveId" clId="{34EB3E53-032A-4F77-967F-54B048A325A8}" dt="2025-03-24T01:43:12.880" v="2550" actId="207"/>
          <ac:spMkLst>
            <pc:docMk/>
            <pc:sldMk cId="2686216220" sldId="264"/>
            <ac:spMk id="2" creationId="{B87939FC-35B0-B6F4-37E8-6BE2FF28238E}"/>
          </ac:spMkLst>
        </pc:spChg>
        <pc:spChg chg="mod">
          <ac:chgData name="Revanth Parna" userId="be43f4da590c7050" providerId="LiveId" clId="{34EB3E53-032A-4F77-967F-54B048A325A8}" dt="2025-03-24T01:43:19.931" v="2551" actId="207"/>
          <ac:spMkLst>
            <pc:docMk/>
            <pc:sldMk cId="2686216220" sldId="264"/>
            <ac:spMk id="3" creationId="{67DF7AC0-E225-548E-4D29-475206EA115D}"/>
          </ac:spMkLst>
        </pc:spChg>
        <pc:picChg chg="add mod">
          <ac:chgData name="Revanth Parna" userId="be43f4da590c7050" providerId="LiveId" clId="{34EB3E53-032A-4F77-967F-54B048A325A8}" dt="2025-03-24T01:43:26.646" v="2552" actId="1076"/>
          <ac:picMkLst>
            <pc:docMk/>
            <pc:sldMk cId="2686216220" sldId="264"/>
            <ac:picMk id="7170" creationId="{701F26AA-797C-06D6-F687-3E8751B5E264}"/>
          </ac:picMkLst>
        </pc:picChg>
      </pc:sldChg>
      <pc:sldChg chg="addSp modSp new mod modTransition setBg">
        <pc:chgData name="Revanth Parna" userId="be43f4da590c7050" providerId="LiveId" clId="{34EB3E53-032A-4F77-967F-54B048A325A8}" dt="2025-03-24T01:47:19.333" v="2576"/>
        <pc:sldMkLst>
          <pc:docMk/>
          <pc:sldMk cId="2394416380" sldId="265"/>
        </pc:sldMkLst>
        <pc:spChg chg="mod">
          <ac:chgData name="Revanth Parna" userId="be43f4da590c7050" providerId="LiveId" clId="{34EB3E53-032A-4F77-967F-54B048A325A8}" dt="2025-03-24T01:43:58.856" v="2558" actId="207"/>
          <ac:spMkLst>
            <pc:docMk/>
            <pc:sldMk cId="2394416380" sldId="265"/>
            <ac:spMk id="2" creationId="{407A7C64-E360-0138-1BD7-29D90CAA1BA3}"/>
          </ac:spMkLst>
        </pc:spChg>
        <pc:spChg chg="mod">
          <ac:chgData name="Revanth Parna" userId="be43f4da590c7050" providerId="LiveId" clId="{34EB3E53-032A-4F77-967F-54B048A325A8}" dt="2025-03-24T01:43:43.919" v="2555" actId="207"/>
          <ac:spMkLst>
            <pc:docMk/>
            <pc:sldMk cId="2394416380" sldId="265"/>
            <ac:spMk id="3" creationId="{2248188D-10F0-C1B5-D3E3-199F799FB010}"/>
          </ac:spMkLst>
        </pc:spChg>
        <pc:picChg chg="add mod">
          <ac:chgData name="Revanth Parna" userId="be43f4da590c7050" providerId="LiveId" clId="{34EB3E53-032A-4F77-967F-54B048A325A8}" dt="2025-03-23T19:18:46.830" v="1431" actId="14100"/>
          <ac:picMkLst>
            <pc:docMk/>
            <pc:sldMk cId="2394416380" sldId="265"/>
            <ac:picMk id="9218" creationId="{198E643A-400A-8C44-CB4C-EF66B6CD4B06}"/>
          </ac:picMkLst>
        </pc:picChg>
      </pc:sldChg>
      <pc:sldChg chg="addSp modSp new mod ord modTransition setBg">
        <pc:chgData name="Revanth Parna" userId="be43f4da590c7050" providerId="LiveId" clId="{34EB3E53-032A-4F77-967F-54B048A325A8}" dt="2025-03-24T01:47:17.517" v="2575"/>
        <pc:sldMkLst>
          <pc:docMk/>
          <pc:sldMk cId="546920788" sldId="266"/>
        </pc:sldMkLst>
        <pc:spChg chg="mod">
          <ac:chgData name="Revanth Parna" userId="be43f4da590c7050" providerId="LiveId" clId="{34EB3E53-032A-4F77-967F-54B048A325A8}" dt="2025-03-24T01:43:39.696" v="2554" actId="207"/>
          <ac:spMkLst>
            <pc:docMk/>
            <pc:sldMk cId="546920788" sldId="266"/>
            <ac:spMk id="2" creationId="{74142F14-76B9-75F4-5508-E4BCA25797C0}"/>
          </ac:spMkLst>
        </pc:spChg>
        <pc:spChg chg="mod">
          <ac:chgData name="Revanth Parna" userId="be43f4da590c7050" providerId="LiveId" clId="{34EB3E53-032A-4F77-967F-54B048A325A8}" dt="2025-03-24T01:43:35.545" v="2553" actId="207"/>
          <ac:spMkLst>
            <pc:docMk/>
            <pc:sldMk cId="546920788" sldId="266"/>
            <ac:spMk id="3" creationId="{75EB2468-FAC2-091F-8775-74A42D3AE4C7}"/>
          </ac:spMkLst>
        </pc:spChg>
        <pc:spChg chg="add mod">
          <ac:chgData name="Revanth Parna" userId="be43f4da590c7050" providerId="LiveId" clId="{34EB3E53-032A-4F77-967F-54B048A325A8}" dt="2025-03-23T19:20:06.120" v="1441" actId="571"/>
          <ac:spMkLst>
            <pc:docMk/>
            <pc:sldMk cId="546920788" sldId="266"/>
            <ac:spMk id="4" creationId="{77D21A73-174A-6E6E-A256-828C7AB3EA66}"/>
          </ac:spMkLst>
        </pc:spChg>
        <pc:picChg chg="add mod">
          <ac:chgData name="Revanth Parna" userId="be43f4da590c7050" providerId="LiveId" clId="{34EB3E53-032A-4F77-967F-54B048A325A8}" dt="2025-03-23T19:20:06.120" v="1441" actId="571"/>
          <ac:picMkLst>
            <pc:docMk/>
            <pc:sldMk cId="546920788" sldId="266"/>
            <ac:picMk id="5" creationId="{FE6A885D-5EC3-F09A-830B-008EB0D6ABEC}"/>
          </ac:picMkLst>
        </pc:picChg>
        <pc:picChg chg="add mod">
          <ac:chgData name="Revanth Parna" userId="be43f4da590c7050" providerId="LiveId" clId="{34EB3E53-032A-4F77-967F-54B048A325A8}" dt="2025-03-23T19:20:32.420" v="1450" actId="14100"/>
          <ac:picMkLst>
            <pc:docMk/>
            <pc:sldMk cId="546920788" sldId="266"/>
            <ac:picMk id="10242" creationId="{1AC44BF1-B001-2050-403D-37CB9757F248}"/>
          </ac:picMkLst>
        </pc:picChg>
      </pc:sldChg>
      <pc:sldChg chg="addSp modSp new mod modTransition setBg">
        <pc:chgData name="Revanth Parna" userId="be43f4da590c7050" providerId="LiveId" clId="{34EB3E53-032A-4F77-967F-54B048A325A8}" dt="2025-03-24T01:47:21.381" v="2577"/>
        <pc:sldMkLst>
          <pc:docMk/>
          <pc:sldMk cId="1861388656" sldId="267"/>
        </pc:sldMkLst>
        <pc:spChg chg="mod">
          <ac:chgData name="Revanth Parna" userId="be43f4da590c7050" providerId="LiveId" clId="{34EB3E53-032A-4F77-967F-54B048A325A8}" dt="2025-03-24T01:43:51.935" v="2557" actId="207"/>
          <ac:spMkLst>
            <pc:docMk/>
            <pc:sldMk cId="1861388656" sldId="267"/>
            <ac:spMk id="2" creationId="{0A194017-1903-71F1-7434-C73992019226}"/>
          </ac:spMkLst>
        </pc:spChg>
        <pc:spChg chg="mod">
          <ac:chgData name="Revanth Parna" userId="be43f4da590c7050" providerId="LiveId" clId="{34EB3E53-032A-4F77-967F-54B048A325A8}" dt="2025-03-24T01:43:48.427" v="2556" actId="207"/>
          <ac:spMkLst>
            <pc:docMk/>
            <pc:sldMk cId="1861388656" sldId="267"/>
            <ac:spMk id="3" creationId="{A2EE097F-6C04-96F8-1135-CB5860CC9B70}"/>
          </ac:spMkLst>
        </pc:spChg>
        <pc:spChg chg="add mod">
          <ac:chgData name="Revanth Parna" userId="be43f4da590c7050" providerId="LiveId" clId="{34EB3E53-032A-4F77-967F-54B048A325A8}" dt="2025-03-23T19:21:32.631" v="1455" actId="571"/>
          <ac:spMkLst>
            <pc:docMk/>
            <pc:sldMk cId="1861388656" sldId="267"/>
            <ac:spMk id="4" creationId="{1DC14D3D-6F43-FE38-C5F7-ADDB6F36B491}"/>
          </ac:spMkLst>
        </pc:spChg>
        <pc:picChg chg="add mod">
          <ac:chgData name="Revanth Parna" userId="be43f4da590c7050" providerId="LiveId" clId="{34EB3E53-032A-4F77-967F-54B048A325A8}" dt="2025-03-23T19:21:32.631" v="1455" actId="571"/>
          <ac:picMkLst>
            <pc:docMk/>
            <pc:sldMk cId="1861388656" sldId="267"/>
            <ac:picMk id="5" creationId="{CB9BE834-1DC2-DB80-5976-0409BDCEFFF6}"/>
          </ac:picMkLst>
        </pc:picChg>
        <pc:picChg chg="add mod">
          <ac:chgData name="Revanth Parna" userId="be43f4da590c7050" providerId="LiveId" clId="{34EB3E53-032A-4F77-967F-54B048A325A8}" dt="2025-03-23T19:21:42.204" v="1459" actId="14100"/>
          <ac:picMkLst>
            <pc:docMk/>
            <pc:sldMk cId="1861388656" sldId="267"/>
            <ac:picMk id="11266" creationId="{BE7EAA19-217C-3233-1F50-AB58B3D78F9F}"/>
          </ac:picMkLst>
        </pc:picChg>
      </pc:sldChg>
      <pc:sldChg chg="addSp delSp modSp new mod modTransition">
        <pc:chgData name="Revanth Parna" userId="be43f4da590c7050" providerId="LiveId" clId="{34EB3E53-032A-4F77-967F-54B048A325A8}" dt="2025-03-24T01:20:44.188" v="2311"/>
        <pc:sldMkLst>
          <pc:docMk/>
          <pc:sldMk cId="1805938767" sldId="268"/>
        </pc:sldMkLst>
        <pc:spChg chg="mod">
          <ac:chgData name="Revanth Parna" userId="be43f4da590c7050" providerId="LiveId" clId="{34EB3E53-032A-4F77-967F-54B048A325A8}" dt="2025-03-23T18:59:52.429" v="1323" actId="14100"/>
          <ac:spMkLst>
            <pc:docMk/>
            <pc:sldMk cId="1805938767" sldId="268"/>
            <ac:spMk id="2" creationId="{32675CF3-9E11-FA2B-B420-4096493092D0}"/>
          </ac:spMkLst>
        </pc:spChg>
        <pc:spChg chg="add del mod">
          <ac:chgData name="Revanth Parna" userId="be43f4da590c7050" providerId="LiveId" clId="{34EB3E53-032A-4F77-967F-54B048A325A8}" dt="2025-03-23T19:00:19.132" v="1376" actId="20577"/>
          <ac:spMkLst>
            <pc:docMk/>
            <pc:sldMk cId="1805938767" sldId="268"/>
            <ac:spMk id="3" creationId="{567B6C54-9E26-7E65-238C-0B31AF600A09}"/>
          </ac:spMkLst>
        </pc:spChg>
        <pc:spChg chg="add del mod">
          <ac:chgData name="Revanth Parna" userId="be43f4da590c7050" providerId="LiveId" clId="{34EB3E53-032A-4F77-967F-54B048A325A8}" dt="2025-03-23T19:00:14.994" v="1368" actId="21"/>
          <ac:spMkLst>
            <pc:docMk/>
            <pc:sldMk cId="1805938767" sldId="268"/>
            <ac:spMk id="5" creationId="{E2BF8DC0-D4F0-7C33-5DFC-D94AC9400355}"/>
          </ac:spMkLst>
        </pc:spChg>
        <pc:picChg chg="add mod">
          <ac:chgData name="Revanth Parna" userId="be43f4da590c7050" providerId="LiveId" clId="{34EB3E53-032A-4F77-967F-54B048A325A8}" dt="2025-03-23T19:22:26.236" v="1465"/>
          <ac:picMkLst>
            <pc:docMk/>
            <pc:sldMk cId="1805938767" sldId="268"/>
            <ac:picMk id="6" creationId="{260A55BE-D6F4-8AEC-480A-74AD0988A4C5}"/>
          </ac:picMkLst>
        </pc:picChg>
        <pc:picChg chg="add del mod">
          <ac:chgData name="Revanth Parna" userId="be43f4da590c7050" providerId="LiveId" clId="{34EB3E53-032A-4F77-967F-54B048A325A8}" dt="2025-03-23T19:22:25.613" v="1464" actId="21"/>
          <ac:picMkLst>
            <pc:docMk/>
            <pc:sldMk cId="1805938767" sldId="268"/>
            <ac:picMk id="12290" creationId="{260A55BE-D6F4-8AEC-480A-74AD0988A4C5}"/>
          </ac:picMkLst>
        </pc:picChg>
        <pc:picChg chg="add mod">
          <ac:chgData name="Revanth Parna" userId="be43f4da590c7050" providerId="LiveId" clId="{34EB3E53-032A-4F77-967F-54B048A325A8}" dt="2025-03-23T19:22:43.155" v="1470" actId="14100"/>
          <ac:picMkLst>
            <pc:docMk/>
            <pc:sldMk cId="1805938767" sldId="268"/>
            <ac:picMk id="12292" creationId="{6916C550-C157-9ABA-E60B-3C6DFF17DABB}"/>
          </ac:picMkLst>
        </pc:picChg>
      </pc:sldChg>
      <pc:sldChg chg="new del">
        <pc:chgData name="Revanth Parna" userId="be43f4da590c7050" providerId="LiveId" clId="{34EB3E53-032A-4F77-967F-54B048A325A8}" dt="2025-03-23T18:59:29.968" v="1314" actId="2696"/>
        <pc:sldMkLst>
          <pc:docMk/>
          <pc:sldMk cId="2550467307" sldId="268"/>
        </pc:sldMkLst>
      </pc:sldChg>
      <pc:sldChg chg="addSp delSp modSp new del mod">
        <pc:chgData name="Revanth Parna" userId="be43f4da590c7050" providerId="LiveId" clId="{34EB3E53-032A-4F77-967F-54B048A325A8}" dt="2025-03-23T18:59:26.080" v="1312" actId="2696"/>
        <pc:sldMkLst>
          <pc:docMk/>
          <pc:sldMk cId="3510790660" sldId="268"/>
        </pc:sldMkLst>
        <pc:spChg chg="mod">
          <ac:chgData name="Revanth Parna" userId="be43f4da590c7050" providerId="LiveId" clId="{34EB3E53-032A-4F77-967F-54B048A325A8}" dt="2025-03-23T18:59:00.802" v="1306" actId="14100"/>
          <ac:spMkLst>
            <pc:docMk/>
            <pc:sldMk cId="3510790660" sldId="268"/>
            <ac:spMk id="2" creationId="{4E3364B8-6063-CE76-CDE8-6668A6B186D0}"/>
          </ac:spMkLst>
        </pc:spChg>
        <pc:spChg chg="del">
          <ac:chgData name="Revanth Parna" userId="be43f4da590c7050" providerId="LiveId" clId="{34EB3E53-032A-4F77-967F-54B048A325A8}" dt="2025-03-23T18:59:11.147" v="1307" actId="931"/>
          <ac:spMkLst>
            <pc:docMk/>
            <pc:sldMk cId="3510790660" sldId="268"/>
            <ac:spMk id="3" creationId="{0C87F0CE-6816-E081-BD0C-CFA38DF6A475}"/>
          </ac:spMkLst>
        </pc:spChg>
        <pc:spChg chg="add mod">
          <ac:chgData name="Revanth Parna" userId="be43f4da590c7050" providerId="LiveId" clId="{34EB3E53-032A-4F77-967F-54B048A325A8}" dt="2025-03-23T18:59:20.553" v="1311" actId="5793"/>
          <ac:spMkLst>
            <pc:docMk/>
            <pc:sldMk cId="3510790660" sldId="268"/>
            <ac:spMk id="7" creationId="{897F464F-AB68-5EE8-32C0-5F9967864016}"/>
          </ac:spMkLst>
        </pc:spChg>
        <pc:picChg chg="add del mod">
          <ac:chgData name="Revanth Parna" userId="be43f4da590c7050" providerId="LiveId" clId="{34EB3E53-032A-4F77-967F-54B048A325A8}" dt="2025-03-23T18:59:11.961" v="1308" actId="21"/>
          <ac:picMkLst>
            <pc:docMk/>
            <pc:sldMk cId="3510790660" sldId="268"/>
            <ac:picMk id="5" creationId="{999854A2-DF46-D3D8-614D-42245B1CA34D}"/>
          </ac:picMkLst>
        </pc:picChg>
        <pc:picChg chg="add del">
          <ac:chgData name="Revanth Parna" userId="be43f4da590c7050" providerId="LiveId" clId="{34EB3E53-032A-4F77-967F-54B048A325A8}" dt="2025-03-23T18:59:17.708" v="1310" actId="21"/>
          <ac:picMkLst>
            <pc:docMk/>
            <pc:sldMk cId="3510790660" sldId="268"/>
            <ac:picMk id="8" creationId="{43AA90E8-2912-C110-7F51-8833BBC3E8BF}"/>
          </ac:picMkLst>
        </pc:picChg>
      </pc:sldChg>
      <pc:sldChg chg="new del">
        <pc:chgData name="Revanth Parna" userId="be43f4da590c7050" providerId="LiveId" clId="{34EB3E53-032A-4F77-967F-54B048A325A8}" dt="2025-03-24T00:56:39.636" v="1568" actId="2696"/>
        <pc:sldMkLst>
          <pc:docMk/>
          <pc:sldMk cId="3326347664" sldId="269"/>
        </pc:sldMkLst>
      </pc:sldChg>
      <pc:sldChg chg="addSp delSp modSp new del mod">
        <pc:chgData name="Revanth Parna" userId="be43f4da590c7050" providerId="LiveId" clId="{34EB3E53-032A-4F77-967F-54B048A325A8}" dt="2025-03-24T00:56:27.439" v="1560" actId="2696"/>
        <pc:sldMkLst>
          <pc:docMk/>
          <pc:sldMk cId="3705350891" sldId="269"/>
        </pc:sldMkLst>
        <pc:graphicFrameChg chg="add mod modGraphic">
          <ac:chgData name="Revanth Parna" userId="be43f4da590c7050" providerId="LiveId" clId="{34EB3E53-032A-4F77-967F-54B048A325A8}" dt="2025-03-24T00:56:08.398" v="1554" actId="14100"/>
          <ac:graphicFrameMkLst>
            <pc:docMk/>
            <pc:sldMk cId="3705350891" sldId="269"/>
            <ac:graphicFrameMk id="6" creationId="{2843BEF8-A6AA-DA66-79EC-E047E62C78C3}"/>
          </ac:graphicFrameMkLst>
        </pc:graphicFrameChg>
        <pc:graphicFrameChg chg="add mod modGraphic">
          <ac:chgData name="Revanth Parna" userId="be43f4da590c7050" providerId="LiveId" clId="{34EB3E53-032A-4F77-967F-54B048A325A8}" dt="2025-03-24T00:56:18.382" v="1557" actId="1076"/>
          <ac:graphicFrameMkLst>
            <pc:docMk/>
            <pc:sldMk cId="3705350891" sldId="269"/>
            <ac:graphicFrameMk id="8" creationId="{BE845838-DE46-F564-462C-D99EC3576A5D}"/>
          </ac:graphicFrameMkLst>
        </pc:graphicFrameChg>
        <pc:graphicFrameChg chg="add mod modGraphic">
          <ac:chgData name="Revanth Parna" userId="be43f4da590c7050" providerId="LiveId" clId="{34EB3E53-032A-4F77-967F-54B048A325A8}" dt="2025-03-24T00:55:59.978" v="1545" actId="1076"/>
          <ac:graphicFrameMkLst>
            <pc:docMk/>
            <pc:sldMk cId="3705350891" sldId="269"/>
            <ac:graphicFrameMk id="10" creationId="{0E43B16F-A424-EAD3-D6DC-FAD6BCBF9DA4}"/>
          </ac:graphicFrameMkLst>
        </pc:graphicFrameChg>
        <pc:graphicFrameChg chg="add mod modGraphic">
          <ac:chgData name="Revanth Parna" userId="be43f4da590c7050" providerId="LiveId" clId="{34EB3E53-032A-4F77-967F-54B048A325A8}" dt="2025-03-24T00:56:01.745" v="1551" actId="1076"/>
          <ac:graphicFrameMkLst>
            <pc:docMk/>
            <pc:sldMk cId="3705350891" sldId="269"/>
            <ac:graphicFrameMk id="12" creationId="{D96A62EC-594A-53A6-CA35-321397599E6C}"/>
          </ac:graphicFrameMkLst>
        </pc:graphicFrameChg>
        <pc:graphicFrameChg chg="add mod modGraphic">
          <ac:chgData name="Revanth Parna" userId="be43f4da590c7050" providerId="LiveId" clId="{34EB3E53-032A-4F77-967F-54B048A325A8}" dt="2025-03-24T00:56:01.146" v="1549" actId="1076"/>
          <ac:graphicFrameMkLst>
            <pc:docMk/>
            <pc:sldMk cId="3705350891" sldId="269"/>
            <ac:graphicFrameMk id="14" creationId="{CB2C17AA-B06E-A577-9E75-8AC02D0E6258}"/>
          </ac:graphicFrameMkLst>
        </pc:graphicFrameChg>
        <pc:graphicFrameChg chg="add mod modGraphic">
          <ac:chgData name="Revanth Parna" userId="be43f4da590c7050" providerId="LiveId" clId="{34EB3E53-032A-4F77-967F-54B048A325A8}" dt="2025-03-24T00:54:32.757" v="1509" actId="1076"/>
          <ac:graphicFrameMkLst>
            <pc:docMk/>
            <pc:sldMk cId="3705350891" sldId="269"/>
            <ac:graphicFrameMk id="16" creationId="{605306A5-64D4-AD7C-39DD-594E8091AC4D}"/>
          </ac:graphicFrameMkLst>
        </pc:graphicFrameChg>
        <pc:picChg chg="add del mod">
          <ac:chgData name="Revanth Parna" userId="be43f4da590c7050" providerId="LiveId" clId="{34EB3E53-032A-4F77-967F-54B048A325A8}" dt="2025-03-24T00:52:22.762" v="1498" actId="21"/>
          <ac:picMkLst>
            <pc:docMk/>
            <pc:sldMk cId="3705350891" sldId="269"/>
            <ac:picMk id="4" creationId="{E10E6726-900A-A3B2-2C9F-5232FFDFBB88}"/>
          </ac:picMkLst>
        </pc:picChg>
        <pc:picChg chg="add del mod">
          <ac:chgData name="Revanth Parna" userId="be43f4da590c7050" providerId="LiveId" clId="{34EB3E53-032A-4F77-967F-54B048A325A8}" dt="2025-03-24T00:56:21.897" v="1559" actId="21"/>
          <ac:picMkLst>
            <pc:docMk/>
            <pc:sldMk cId="3705350891" sldId="269"/>
            <ac:picMk id="14338" creationId="{6D49D088-8D20-8B1F-691A-7D33D862AE62}"/>
          </ac:picMkLst>
        </pc:picChg>
      </pc:sldChg>
      <pc:sldChg chg="addSp delSp modSp add mod modTransition">
        <pc:chgData name="Revanth Parna" userId="be43f4da590c7050" providerId="LiveId" clId="{34EB3E53-032A-4F77-967F-54B048A325A8}" dt="2025-03-24T01:47:03.445" v="2567"/>
        <pc:sldMkLst>
          <pc:docMk/>
          <pc:sldMk cId="85677151" sldId="270"/>
        </pc:sldMkLst>
        <pc:spChg chg="add del mod">
          <ac:chgData name="Revanth Parna" userId="be43f4da590c7050" providerId="LiveId" clId="{34EB3E53-032A-4F77-967F-54B048A325A8}" dt="2025-03-24T01:12:14.162" v="1808" actId="21"/>
          <ac:spMkLst>
            <pc:docMk/>
            <pc:sldMk cId="85677151" sldId="270"/>
            <ac:spMk id="22" creationId="{B6B73E2B-0F01-E115-29C0-2F07558C56EA}"/>
          </ac:spMkLst>
        </pc:spChg>
        <pc:spChg chg="add del mod">
          <ac:chgData name="Revanth Parna" userId="be43f4da590c7050" providerId="LiveId" clId="{34EB3E53-032A-4F77-967F-54B048A325A8}" dt="2025-03-24T01:12:20.825" v="1812" actId="21"/>
          <ac:spMkLst>
            <pc:docMk/>
            <pc:sldMk cId="85677151" sldId="270"/>
            <ac:spMk id="24" creationId="{E64CA5B0-BFF8-F3A8-625D-D7DAE334FAEE}"/>
          </ac:spMkLst>
        </pc:spChg>
        <pc:spChg chg="add del mod">
          <ac:chgData name="Revanth Parna" userId="be43f4da590c7050" providerId="LiveId" clId="{34EB3E53-032A-4F77-967F-54B048A325A8}" dt="2025-03-24T01:12:17.905" v="1811" actId="21"/>
          <ac:spMkLst>
            <pc:docMk/>
            <pc:sldMk cId="85677151" sldId="270"/>
            <ac:spMk id="25" creationId="{AA3FD15C-B45A-40C7-8D6B-ABB04AEE5592}"/>
          </ac:spMkLst>
        </pc:spChg>
        <pc:spChg chg="add mod">
          <ac:chgData name="Revanth Parna" userId="be43f4da590c7050" providerId="LiveId" clId="{34EB3E53-032A-4F77-967F-54B048A325A8}" dt="2025-03-24T01:10:40.355" v="1792" actId="207"/>
          <ac:spMkLst>
            <pc:docMk/>
            <pc:sldMk cId="85677151" sldId="270"/>
            <ac:spMk id="26" creationId="{1D366BE5-206A-AE60-945E-A8A386FAD6A4}"/>
          </ac:spMkLst>
        </pc:spChg>
        <pc:spChg chg="add del mod">
          <ac:chgData name="Revanth Parna" userId="be43f4da590c7050" providerId="LiveId" clId="{34EB3E53-032A-4F77-967F-54B048A325A8}" dt="2025-03-24T01:12:22.526" v="1813" actId="21"/>
          <ac:spMkLst>
            <pc:docMk/>
            <pc:sldMk cId="85677151" sldId="270"/>
            <ac:spMk id="27" creationId="{CB8DFB97-C42D-4462-0B6F-F7507339810C}"/>
          </ac:spMkLst>
        </pc:spChg>
        <pc:spChg chg="add del mod">
          <ac:chgData name="Revanth Parna" userId="be43f4da590c7050" providerId="LiveId" clId="{34EB3E53-032A-4F77-967F-54B048A325A8}" dt="2025-03-24T01:12:25.079" v="1814" actId="21"/>
          <ac:spMkLst>
            <pc:docMk/>
            <pc:sldMk cId="85677151" sldId="270"/>
            <ac:spMk id="28" creationId="{D72109B5-E3F3-1674-D5A6-3AE1B94D2FFD}"/>
          </ac:spMkLst>
        </pc:spChg>
        <pc:spChg chg="add del mod">
          <ac:chgData name="Revanth Parna" userId="be43f4da590c7050" providerId="LiveId" clId="{34EB3E53-032A-4F77-967F-54B048A325A8}" dt="2025-03-24T01:06:31.819" v="1726" actId="21"/>
          <ac:spMkLst>
            <pc:docMk/>
            <pc:sldMk cId="85677151" sldId="270"/>
            <ac:spMk id="29" creationId="{40B5538C-9FA6-20CC-A137-83ECA8F5077D}"/>
          </ac:spMkLst>
        </pc:spChg>
        <pc:spChg chg="add del mod">
          <ac:chgData name="Revanth Parna" userId="be43f4da590c7050" providerId="LiveId" clId="{34EB3E53-032A-4F77-967F-54B048A325A8}" dt="2025-03-24T01:12:14.171" v="1810"/>
          <ac:spMkLst>
            <pc:docMk/>
            <pc:sldMk cId="85677151" sldId="270"/>
            <ac:spMk id="30" creationId="{050EEFBC-D991-BD41-1C49-D03D1C872CFA}"/>
          </ac:spMkLst>
        </pc:spChg>
        <pc:spChg chg="add mod">
          <ac:chgData name="Revanth Parna" userId="be43f4da590c7050" providerId="LiveId" clId="{34EB3E53-032A-4F77-967F-54B048A325A8}" dt="2025-03-24T01:11:25.769" v="1798" actId="207"/>
          <ac:spMkLst>
            <pc:docMk/>
            <pc:sldMk cId="85677151" sldId="270"/>
            <ac:spMk id="31" creationId="{5ABC9EDC-36A8-A5C6-19A8-A47ECA858EBB}"/>
          </ac:spMkLst>
        </pc:spChg>
        <pc:spChg chg="add mod">
          <ac:chgData name="Revanth Parna" userId="be43f4da590c7050" providerId="LiveId" clId="{34EB3E53-032A-4F77-967F-54B048A325A8}" dt="2025-03-24T01:13:01.576" v="1841" actId="20577"/>
          <ac:spMkLst>
            <pc:docMk/>
            <pc:sldMk cId="85677151" sldId="270"/>
            <ac:spMk id="32" creationId="{662BB327-BAC1-8655-E225-2FC0E8FA24E5}"/>
          </ac:spMkLst>
        </pc:spChg>
        <pc:spChg chg="add mod">
          <ac:chgData name="Revanth Parna" userId="be43f4da590c7050" providerId="LiveId" clId="{34EB3E53-032A-4F77-967F-54B048A325A8}" dt="2025-03-24T01:13:10.155" v="1869" actId="20577"/>
          <ac:spMkLst>
            <pc:docMk/>
            <pc:sldMk cId="85677151" sldId="270"/>
            <ac:spMk id="33" creationId="{CBF5BEE1-337D-CD9C-6C64-A733B73DE1BA}"/>
          </ac:spMkLst>
        </pc:spChg>
        <pc:spChg chg="add mod">
          <ac:chgData name="Revanth Parna" userId="be43f4da590c7050" providerId="LiveId" clId="{34EB3E53-032A-4F77-967F-54B048A325A8}" dt="2025-03-24T01:13:36.371" v="1940" actId="20577"/>
          <ac:spMkLst>
            <pc:docMk/>
            <pc:sldMk cId="85677151" sldId="270"/>
            <ac:spMk id="34" creationId="{FA0C58F9-BAA5-7E1C-E9B9-9033BF5895DE}"/>
          </ac:spMkLst>
        </pc:spChg>
        <pc:spChg chg="add mod">
          <ac:chgData name="Revanth Parna" userId="be43f4da590c7050" providerId="LiveId" clId="{34EB3E53-032A-4F77-967F-54B048A325A8}" dt="2025-03-24T01:13:28.099" v="1920" actId="20577"/>
          <ac:spMkLst>
            <pc:docMk/>
            <pc:sldMk cId="85677151" sldId="270"/>
            <ac:spMk id="35" creationId="{0612AF03-DE88-4FE7-11C5-2A3EA21849C1}"/>
          </ac:spMkLst>
        </pc:spChg>
        <pc:spChg chg="add mod">
          <ac:chgData name="Revanth Parna" userId="be43f4da590c7050" providerId="LiveId" clId="{34EB3E53-032A-4F77-967F-54B048A325A8}" dt="2025-03-24T01:13:33.950" v="1938" actId="20577"/>
          <ac:spMkLst>
            <pc:docMk/>
            <pc:sldMk cId="85677151" sldId="270"/>
            <ac:spMk id="36" creationId="{36CC35AA-E985-E315-36A6-5CC9831707F5}"/>
          </ac:spMkLst>
        </pc:spChg>
        <pc:spChg chg="add mod">
          <ac:chgData name="Revanth Parna" userId="be43f4da590c7050" providerId="LiveId" clId="{34EB3E53-032A-4F77-967F-54B048A325A8}" dt="2025-03-24T01:17:17.447" v="2286" actId="13822"/>
          <ac:spMkLst>
            <pc:docMk/>
            <pc:sldMk cId="85677151" sldId="270"/>
            <ac:spMk id="37" creationId="{9FC41930-30E9-E364-CC92-CBB93A4EFB2B}"/>
          </ac:spMkLst>
        </pc:spChg>
        <pc:spChg chg="add mod">
          <ac:chgData name="Revanth Parna" userId="be43f4da590c7050" providerId="LiveId" clId="{34EB3E53-032A-4F77-967F-54B048A325A8}" dt="2025-03-24T01:14:52.667" v="2039" actId="255"/>
          <ac:spMkLst>
            <pc:docMk/>
            <pc:sldMk cId="85677151" sldId="270"/>
            <ac:spMk id="38" creationId="{F715667B-6AEE-2FAA-7E17-469F4302A04D}"/>
          </ac:spMkLst>
        </pc:spChg>
        <pc:spChg chg="add mod">
          <ac:chgData name="Revanth Parna" userId="be43f4da590c7050" providerId="LiveId" clId="{34EB3E53-032A-4F77-967F-54B048A325A8}" dt="2025-03-24T01:17:04.087" v="2285" actId="20577"/>
          <ac:spMkLst>
            <pc:docMk/>
            <pc:sldMk cId="85677151" sldId="270"/>
            <ac:spMk id="39" creationId="{1294BFA3-04D7-F11C-E697-2FA31ADE023A}"/>
          </ac:spMkLst>
        </pc:spChg>
        <pc:graphicFrameChg chg="add mod modGraphic">
          <ac:chgData name="Revanth Parna" userId="be43f4da590c7050" providerId="LiveId" clId="{34EB3E53-032A-4F77-967F-54B048A325A8}" dt="2025-03-24T00:58:03.084" v="1593" actId="1076"/>
          <ac:graphicFrameMkLst>
            <pc:docMk/>
            <pc:sldMk cId="85677151" sldId="270"/>
            <ac:graphicFrameMk id="5" creationId="{A07ACCD4-ABEB-8EBC-5D44-C096255C0535}"/>
          </ac:graphicFrameMkLst>
        </pc:graphicFrameChg>
        <pc:graphicFrameChg chg="del">
          <ac:chgData name="Revanth Parna" userId="be43f4da590c7050" providerId="LiveId" clId="{34EB3E53-032A-4F77-967F-54B048A325A8}" dt="2025-03-24T00:56:47.517" v="1569" actId="21"/>
          <ac:graphicFrameMkLst>
            <pc:docMk/>
            <pc:sldMk cId="85677151" sldId="270"/>
            <ac:graphicFrameMk id="6" creationId="{2843BEF8-A6AA-DA66-79EC-E047E62C78C3}"/>
          </ac:graphicFrameMkLst>
        </pc:graphicFrameChg>
        <pc:graphicFrameChg chg="del">
          <ac:chgData name="Revanth Parna" userId="be43f4da590c7050" providerId="LiveId" clId="{34EB3E53-032A-4F77-967F-54B048A325A8}" dt="2025-03-24T00:56:38.737" v="1567" actId="21"/>
          <ac:graphicFrameMkLst>
            <pc:docMk/>
            <pc:sldMk cId="85677151" sldId="270"/>
            <ac:graphicFrameMk id="8" creationId="{BE845838-DE46-F564-462C-D99EC3576A5D}"/>
          </ac:graphicFrameMkLst>
        </pc:graphicFrameChg>
        <pc:graphicFrameChg chg="add mod modGraphic">
          <ac:chgData name="Revanth Parna" userId="be43f4da590c7050" providerId="LiveId" clId="{34EB3E53-032A-4F77-967F-54B048A325A8}" dt="2025-03-24T00:57:59.021" v="1592" actId="1076"/>
          <ac:graphicFrameMkLst>
            <pc:docMk/>
            <pc:sldMk cId="85677151" sldId="270"/>
            <ac:graphicFrameMk id="9" creationId="{54FA4F90-DBC4-4F6C-F856-4F1CB3A4BDFD}"/>
          </ac:graphicFrameMkLst>
        </pc:graphicFrameChg>
        <pc:graphicFrameChg chg="del">
          <ac:chgData name="Revanth Parna" userId="be43f4da590c7050" providerId="LiveId" clId="{34EB3E53-032A-4F77-967F-54B048A325A8}" dt="2025-03-24T00:56:38.112" v="1566" actId="21"/>
          <ac:graphicFrameMkLst>
            <pc:docMk/>
            <pc:sldMk cId="85677151" sldId="270"/>
            <ac:graphicFrameMk id="10" creationId="{0E43B16F-A424-EAD3-D6DC-FAD6BCBF9DA4}"/>
          </ac:graphicFrameMkLst>
        </pc:graphicFrameChg>
        <pc:graphicFrameChg chg="del">
          <ac:chgData name="Revanth Parna" userId="be43f4da590c7050" providerId="LiveId" clId="{34EB3E53-032A-4F77-967F-54B048A325A8}" dt="2025-03-24T00:56:35.605" v="1563" actId="21"/>
          <ac:graphicFrameMkLst>
            <pc:docMk/>
            <pc:sldMk cId="85677151" sldId="270"/>
            <ac:graphicFrameMk id="12" creationId="{D96A62EC-594A-53A6-CA35-321397599E6C}"/>
          </ac:graphicFrameMkLst>
        </pc:graphicFrameChg>
        <pc:graphicFrameChg chg="add mod modGraphic">
          <ac:chgData name="Revanth Parna" userId="be43f4da590c7050" providerId="LiveId" clId="{34EB3E53-032A-4F77-967F-54B048A325A8}" dt="2025-03-24T00:57:57.100" v="1591" actId="1076"/>
          <ac:graphicFrameMkLst>
            <pc:docMk/>
            <pc:sldMk cId="85677151" sldId="270"/>
            <ac:graphicFrameMk id="13" creationId="{FFE1B40C-23B6-C58E-6AF1-6C9D8EE655A8}"/>
          </ac:graphicFrameMkLst>
        </pc:graphicFrameChg>
        <pc:graphicFrameChg chg="del">
          <ac:chgData name="Revanth Parna" userId="be43f4da590c7050" providerId="LiveId" clId="{34EB3E53-032A-4F77-967F-54B048A325A8}" dt="2025-03-24T00:56:36.646" v="1564" actId="21"/>
          <ac:graphicFrameMkLst>
            <pc:docMk/>
            <pc:sldMk cId="85677151" sldId="270"/>
            <ac:graphicFrameMk id="14" creationId="{CB2C17AA-B06E-A577-9E75-8AC02D0E6258}"/>
          </ac:graphicFrameMkLst>
        </pc:graphicFrameChg>
        <pc:graphicFrameChg chg="del">
          <ac:chgData name="Revanth Parna" userId="be43f4da590c7050" providerId="LiveId" clId="{34EB3E53-032A-4F77-967F-54B048A325A8}" dt="2025-03-24T00:56:37.191" v="1565" actId="21"/>
          <ac:graphicFrameMkLst>
            <pc:docMk/>
            <pc:sldMk cId="85677151" sldId="270"/>
            <ac:graphicFrameMk id="16" creationId="{605306A5-64D4-AD7C-39DD-594E8091AC4D}"/>
          </ac:graphicFrameMkLst>
        </pc:graphicFrameChg>
        <pc:graphicFrameChg chg="add mod modGraphic">
          <ac:chgData name="Revanth Parna" userId="be43f4da590c7050" providerId="LiveId" clId="{34EB3E53-032A-4F77-967F-54B048A325A8}" dt="2025-03-24T00:57:49.854" v="1588" actId="1076"/>
          <ac:graphicFrameMkLst>
            <pc:docMk/>
            <pc:sldMk cId="85677151" sldId="270"/>
            <ac:graphicFrameMk id="17" creationId="{ECB64F58-775E-7A5B-1B20-C6916DC6083F}"/>
          </ac:graphicFrameMkLst>
        </pc:graphicFrameChg>
        <pc:graphicFrameChg chg="add mod modGraphic">
          <ac:chgData name="Revanth Parna" userId="be43f4da590c7050" providerId="LiveId" clId="{34EB3E53-032A-4F77-967F-54B048A325A8}" dt="2025-03-24T00:57:54.581" v="1590" actId="1076"/>
          <ac:graphicFrameMkLst>
            <pc:docMk/>
            <pc:sldMk cId="85677151" sldId="270"/>
            <ac:graphicFrameMk id="19" creationId="{09E26E6B-9D52-92EF-0376-1B66D80AC497}"/>
          </ac:graphicFrameMkLst>
        </pc:graphicFrameChg>
        <pc:graphicFrameChg chg="add mod modGraphic">
          <ac:chgData name="Revanth Parna" userId="be43f4da590c7050" providerId="LiveId" clId="{34EB3E53-032A-4F77-967F-54B048A325A8}" dt="2025-03-24T00:57:51.421" v="1589" actId="1076"/>
          <ac:graphicFrameMkLst>
            <pc:docMk/>
            <pc:sldMk cId="85677151" sldId="270"/>
            <ac:graphicFrameMk id="21" creationId="{E072C122-60EE-9C76-4CF2-BC5AC6043FFA}"/>
          </ac:graphicFrameMkLst>
        </pc:graphicFrameChg>
        <pc:graphicFrameChg chg="add mod">
          <ac:chgData name="Revanth Parna" userId="be43f4da590c7050" providerId="LiveId" clId="{34EB3E53-032A-4F77-967F-54B048A325A8}" dt="2025-03-24T00:58:28.955" v="1605"/>
          <ac:graphicFrameMkLst>
            <pc:docMk/>
            <pc:sldMk cId="85677151" sldId="270"/>
            <ac:graphicFrameMk id="23" creationId="{2843BEF8-A6AA-DA66-79EC-E047E62C78C3}"/>
          </ac:graphicFrameMkLst>
        </pc:graphicFrameChg>
        <pc:picChg chg="mod">
          <ac:chgData name="Revanth Parna" userId="be43f4da590c7050" providerId="LiveId" clId="{34EB3E53-032A-4F77-967F-54B048A325A8}" dt="2025-03-24T01:14:01.561" v="1970" actId="1076"/>
          <ac:picMkLst>
            <pc:docMk/>
            <pc:sldMk cId="85677151" sldId="270"/>
            <ac:picMk id="14338" creationId="{6D49D088-8D20-8B1F-691A-7D33D862AE62}"/>
          </ac:picMkLst>
        </pc:picChg>
      </pc:sldChg>
      <pc:sldChg chg="addSp delSp modSp new mod setBg">
        <pc:chgData name="Revanth Parna" userId="be43f4da590c7050" providerId="LiveId" clId="{34EB3E53-032A-4F77-967F-54B048A325A8}" dt="2025-03-24T01:41:41.071" v="2544" actId="1076"/>
        <pc:sldMkLst>
          <pc:docMk/>
          <pc:sldMk cId="562609537" sldId="271"/>
        </pc:sldMkLst>
        <pc:spChg chg="del mod">
          <ac:chgData name="Revanth Parna" userId="be43f4da590c7050" providerId="LiveId" clId="{34EB3E53-032A-4F77-967F-54B048A325A8}" dt="2025-03-24T01:41:29.132" v="2538" actId="21"/>
          <ac:spMkLst>
            <pc:docMk/>
            <pc:sldMk cId="562609537" sldId="271"/>
            <ac:spMk id="2" creationId="{A1FF3735-5E31-9B2D-3F51-B6B21620A804}"/>
          </ac:spMkLst>
        </pc:spChg>
        <pc:spChg chg="del mod">
          <ac:chgData name="Revanth Parna" userId="be43f4da590c7050" providerId="LiveId" clId="{34EB3E53-032A-4F77-967F-54B048A325A8}" dt="2025-03-24T01:41:34.052" v="2540" actId="21"/>
          <ac:spMkLst>
            <pc:docMk/>
            <pc:sldMk cId="562609537" sldId="271"/>
            <ac:spMk id="3" creationId="{D9C0ABEF-048A-B2C9-85DE-F89DA0F564D0}"/>
          </ac:spMkLst>
        </pc:spChg>
        <pc:spChg chg="add mod">
          <ac:chgData name="Revanth Parna" userId="be43f4da590c7050" providerId="LiveId" clId="{34EB3E53-032A-4F77-967F-54B048A325A8}" dt="2025-03-24T01:39:56.757" v="2474" actId="20577"/>
          <ac:spMkLst>
            <pc:docMk/>
            <pc:sldMk cId="562609537" sldId="271"/>
            <ac:spMk id="10" creationId="{8C779691-5B4E-C6D6-535F-26B3F69D0CF3}"/>
          </ac:spMkLst>
        </pc:spChg>
        <pc:spChg chg="add mod">
          <ac:chgData name="Revanth Parna" userId="be43f4da590c7050" providerId="LiveId" clId="{34EB3E53-032A-4F77-967F-54B048A325A8}" dt="2025-03-24T01:40:29.207" v="2498" actId="20577"/>
          <ac:spMkLst>
            <pc:docMk/>
            <pc:sldMk cId="562609537" sldId="271"/>
            <ac:spMk id="11" creationId="{7B34180A-F13F-4A0B-3DD4-4EB9017D98F3}"/>
          </ac:spMkLst>
        </pc:spChg>
        <pc:spChg chg="add mod">
          <ac:chgData name="Revanth Parna" userId="be43f4da590c7050" providerId="LiveId" clId="{34EB3E53-032A-4F77-967F-54B048A325A8}" dt="2025-03-24T01:40:34.247" v="2513" actId="20577"/>
          <ac:spMkLst>
            <pc:docMk/>
            <pc:sldMk cId="562609537" sldId="271"/>
            <ac:spMk id="12" creationId="{7FCC427C-4231-DDAB-63E1-83F7AE21A1B2}"/>
          </ac:spMkLst>
        </pc:spChg>
        <pc:spChg chg="add mod">
          <ac:chgData name="Revanth Parna" userId="be43f4da590c7050" providerId="LiveId" clId="{34EB3E53-032A-4F77-967F-54B048A325A8}" dt="2025-03-24T01:41:38.720" v="2543" actId="1076"/>
          <ac:spMkLst>
            <pc:docMk/>
            <pc:sldMk cId="562609537" sldId="271"/>
            <ac:spMk id="13" creationId="{9EC1985C-B507-6371-AAF0-62367060AFC8}"/>
          </ac:spMkLst>
        </pc:spChg>
        <pc:graphicFrameChg chg="add mod modGraphic">
          <ac:chgData name="Revanth Parna" userId="be43f4da590c7050" providerId="LiveId" clId="{34EB3E53-032A-4F77-967F-54B048A325A8}" dt="2025-03-24T01:41:35.855" v="2541" actId="1076"/>
          <ac:graphicFrameMkLst>
            <pc:docMk/>
            <pc:sldMk cId="562609537" sldId="271"/>
            <ac:graphicFrameMk id="5" creationId="{FC7324E0-4AE9-B209-9156-C1E0C7142FDA}"/>
          </ac:graphicFrameMkLst>
        </pc:graphicFrameChg>
        <pc:graphicFrameChg chg="add mod modGraphic">
          <ac:chgData name="Revanth Parna" userId="be43f4da590c7050" providerId="LiveId" clId="{34EB3E53-032A-4F77-967F-54B048A325A8}" dt="2025-03-24T01:40:49.808" v="2527" actId="1076"/>
          <ac:graphicFrameMkLst>
            <pc:docMk/>
            <pc:sldMk cId="562609537" sldId="271"/>
            <ac:graphicFrameMk id="7" creationId="{7189F36F-1377-10A4-3FD1-0E0208A47B3E}"/>
          </ac:graphicFrameMkLst>
        </pc:graphicFrameChg>
        <pc:graphicFrameChg chg="add mod modGraphic">
          <ac:chgData name="Revanth Parna" userId="be43f4da590c7050" providerId="LiveId" clId="{34EB3E53-032A-4F77-967F-54B048A325A8}" dt="2025-03-24T01:41:41.071" v="2544" actId="1076"/>
          <ac:graphicFrameMkLst>
            <pc:docMk/>
            <pc:sldMk cId="562609537" sldId="271"/>
            <ac:graphicFrameMk id="9" creationId="{031E371F-C9B6-49ED-E053-9978C9963252}"/>
          </ac:graphicFrameMkLst>
        </pc:graphicFrameChg>
        <pc:picChg chg="add del mod">
          <ac:chgData name="Revanth Parna" userId="be43f4da590c7050" providerId="LiveId" clId="{34EB3E53-032A-4F77-967F-54B048A325A8}" dt="2025-03-24T01:40:53.284" v="2528" actId="21"/>
          <ac:picMkLst>
            <pc:docMk/>
            <pc:sldMk cId="562609537" sldId="271"/>
            <ac:picMk id="15362" creationId="{DC37C8AA-16C6-3495-7C68-57FFB8E44BD6}"/>
          </ac:picMkLst>
        </pc:picChg>
        <pc:picChg chg="add">
          <ac:chgData name="Revanth Parna" userId="be43f4da590c7050" providerId="LiveId" clId="{34EB3E53-032A-4F77-967F-54B048A325A8}" dt="2025-03-24T01:39:36.915" v="2459"/>
          <ac:picMkLst>
            <pc:docMk/>
            <pc:sldMk cId="562609537" sldId="271"/>
            <ac:picMk id="15364" creationId="{9569ED0D-7D12-203A-01A4-208BCB048958}"/>
          </ac:picMkLst>
        </pc:picChg>
      </pc:sldChg>
      <pc:sldChg chg="new del">
        <pc:chgData name="Revanth Parna" userId="be43f4da590c7050" providerId="LiveId" clId="{34EB3E53-032A-4F77-967F-54B048A325A8}" dt="2025-03-24T01:20:18.192" v="2300" actId="2696"/>
        <pc:sldMkLst>
          <pc:docMk/>
          <pc:sldMk cId="3443849886"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8CDB27-45DD-4B2C-B76A-5BA5635720DB}" type="datetimeFigureOut">
              <a:rPr lang="en-IN" smtClean="0"/>
              <a:t>24-03-2025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C6CD5A-2B66-4658-8327-E29B95634FA8}" type="slidenum">
              <a:rPr lang="en-IN" smtClean="0"/>
              <a:t>‹#›</a:t>
            </a:fld>
            <a:endParaRPr lang="en-IN"/>
          </a:p>
        </p:txBody>
      </p:sp>
    </p:spTree>
    <p:extLst>
      <p:ext uri="{BB962C8B-B14F-4D97-AF65-F5344CB8AC3E}">
        <p14:creationId xmlns:p14="http://schemas.microsoft.com/office/powerpoint/2010/main" val="1864966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C5C2-B20C-2143-DB66-90538D4E94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37148A-A372-879A-A628-4F20CFDAC5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27160C-5B2F-2198-2EC2-6301374D7FED}"/>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5" name="Footer Placeholder 4">
            <a:extLst>
              <a:ext uri="{FF2B5EF4-FFF2-40B4-BE49-F238E27FC236}">
                <a16:creationId xmlns:a16="http://schemas.microsoft.com/office/drawing/2014/main" id="{C6352366-0DC8-94A4-3FF6-9DBD61B34B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696B18-513E-9534-BF0A-21AD7897ABED}"/>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1653197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9F70F-8935-D707-5303-2FB5161A3E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D86340-FC59-7B8F-8ADD-9A4386A553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1BFE28-D157-6653-D08B-117E57AFD8B8}"/>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5" name="Footer Placeholder 4">
            <a:extLst>
              <a:ext uri="{FF2B5EF4-FFF2-40B4-BE49-F238E27FC236}">
                <a16:creationId xmlns:a16="http://schemas.microsoft.com/office/drawing/2014/main" id="{0DB572FF-BA6F-C161-AEC6-1E045A2C55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2C21E7-A054-E324-33E1-0A58673E0743}"/>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354954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009B-8E0D-45BA-D36B-E5C83CC28C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BF4D41-9848-E2E5-1428-961BABE04F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D7D7C0-11E6-4DC9-04E5-0D1D827E79C5}"/>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5" name="Footer Placeholder 4">
            <a:extLst>
              <a:ext uri="{FF2B5EF4-FFF2-40B4-BE49-F238E27FC236}">
                <a16:creationId xmlns:a16="http://schemas.microsoft.com/office/drawing/2014/main" id="{6B92B781-728D-F02D-6FD9-1C9263A387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06ACAA-C8DA-6316-2283-489C2B5BECD7}"/>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830717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72199-DB08-CFD7-41EE-1D670FA85E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C8DA7E-8941-B884-1DE0-F3EC629D0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DB397D6-5D32-95B6-7797-5C4CEB7266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7632C7-4EA6-82E8-6DD6-67D92675104E}"/>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6" name="Footer Placeholder 5">
            <a:extLst>
              <a:ext uri="{FF2B5EF4-FFF2-40B4-BE49-F238E27FC236}">
                <a16:creationId xmlns:a16="http://schemas.microsoft.com/office/drawing/2014/main" id="{FF533F51-89D4-06DD-C2C0-87B6F195E8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2B4C6F-3FAE-14A9-CE3D-D9710978E9A4}"/>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4131080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15791-E7C1-1CDB-F8C8-9C42AB62C3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4B8EA0-9C69-CCF2-B4AB-C4269B903A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0C4689-1B15-CEDB-81CF-4E3AAA0091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CF338E-172E-EDD9-E84F-152F6E7266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324B1A-83CC-CA3B-7909-7100C13B78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BB09F3-CEC9-2F44-F10A-28C2C1EA489B}"/>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8" name="Footer Placeholder 7">
            <a:extLst>
              <a:ext uri="{FF2B5EF4-FFF2-40B4-BE49-F238E27FC236}">
                <a16:creationId xmlns:a16="http://schemas.microsoft.com/office/drawing/2014/main" id="{4A70CB50-03AE-D1B2-D696-263A8A8785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8F99342-0136-D7B3-40AB-D03837054ADE}"/>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1654266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10C8B-0F1F-FA0E-8B7F-3030A2BA7AD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D9B482-7F2F-7B20-4AFC-193AC2CBC681}"/>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4" name="Footer Placeholder 3">
            <a:extLst>
              <a:ext uri="{FF2B5EF4-FFF2-40B4-BE49-F238E27FC236}">
                <a16:creationId xmlns:a16="http://schemas.microsoft.com/office/drawing/2014/main" id="{0B026B0D-19CA-CFC0-DE6C-881FAF9DCF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86C91C-6730-92BA-AE70-7390CD04C3F6}"/>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284921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98ED2A-41D6-54B7-B7CD-9E34E815A8D2}"/>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3" name="Footer Placeholder 2">
            <a:extLst>
              <a:ext uri="{FF2B5EF4-FFF2-40B4-BE49-F238E27FC236}">
                <a16:creationId xmlns:a16="http://schemas.microsoft.com/office/drawing/2014/main" id="{096B8698-9DD2-F96E-40E5-233E89628B3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08241F-30CD-8232-0912-CF064DA8A908}"/>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1459426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065C5-9C04-0DC7-3FD1-3D304CFE49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1FA0D10-2551-D422-FA32-7D557FDDBC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F328531-9FC6-1B16-6126-027D9CA4E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703EA0-7208-B301-0A30-6A4432CD9E1B}"/>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6" name="Footer Placeholder 5">
            <a:extLst>
              <a:ext uri="{FF2B5EF4-FFF2-40B4-BE49-F238E27FC236}">
                <a16:creationId xmlns:a16="http://schemas.microsoft.com/office/drawing/2014/main" id="{4E135568-8CCF-4C89-C425-6A97E66571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937B13-4674-0E9D-97FA-753A4EB6AC7F}"/>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1712297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1CE8-02FE-8C29-D21D-15B7E346A7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B0BDFD-5DDE-D4F3-9C76-7577997C4D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8265A1-4E3A-03D0-B0EB-C00C223450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1CEABD-8184-5E19-4E94-A84D74440A8D}"/>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6" name="Footer Placeholder 5">
            <a:extLst>
              <a:ext uri="{FF2B5EF4-FFF2-40B4-BE49-F238E27FC236}">
                <a16:creationId xmlns:a16="http://schemas.microsoft.com/office/drawing/2014/main" id="{7BBACD77-5063-1E80-A80D-F1CC67DEB1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870A7-83D4-255A-39FD-4C37A132D095}"/>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705532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355E3-02B8-D20C-0345-9D5D737168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7D939D-1E4F-8016-4382-8FEAFE1BEE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BC82EC-1C28-62AE-E707-16C38A317492}"/>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5" name="Footer Placeholder 4">
            <a:extLst>
              <a:ext uri="{FF2B5EF4-FFF2-40B4-BE49-F238E27FC236}">
                <a16:creationId xmlns:a16="http://schemas.microsoft.com/office/drawing/2014/main" id="{6F01386B-BC71-330B-2A38-140EEDEE16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05D4F4-477E-69A5-67C7-F47AC675DFC8}"/>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268101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CB52D0-4124-7C93-8157-120B9D8B18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D10D91-578B-6678-743F-12ADFABC4D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DDB47-B97A-B779-7EC4-489DA539C62E}"/>
              </a:ext>
            </a:extLst>
          </p:cNvPr>
          <p:cNvSpPr>
            <a:spLocks noGrp="1"/>
          </p:cNvSpPr>
          <p:nvPr>
            <p:ph type="dt" sz="half" idx="10"/>
          </p:nvPr>
        </p:nvSpPr>
        <p:spPr/>
        <p:txBody>
          <a:bodyPr/>
          <a:lstStyle/>
          <a:p>
            <a:fld id="{FA8492F0-2E8B-4DFE-BCE3-247B7926AE3E}" type="datetimeFigureOut">
              <a:rPr lang="en-IN" smtClean="0"/>
              <a:t>24-03-2025</a:t>
            </a:fld>
            <a:endParaRPr lang="en-IN"/>
          </a:p>
        </p:txBody>
      </p:sp>
      <p:sp>
        <p:nvSpPr>
          <p:cNvPr id="5" name="Footer Placeholder 4">
            <a:extLst>
              <a:ext uri="{FF2B5EF4-FFF2-40B4-BE49-F238E27FC236}">
                <a16:creationId xmlns:a16="http://schemas.microsoft.com/office/drawing/2014/main" id="{E82CD279-ECD0-2F44-2989-8CD54151C1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B5DA2C-FB01-69F2-9B5C-5FAE6653D190}"/>
              </a:ext>
            </a:extLst>
          </p:cNvPr>
          <p:cNvSpPr>
            <a:spLocks noGrp="1"/>
          </p:cNvSpPr>
          <p:nvPr>
            <p:ph type="sldNum" sz="quarter" idx="12"/>
          </p:nvPr>
        </p:nvSpPr>
        <p:spPr/>
        <p:txBody>
          <a:bodyPr/>
          <a:lstStyle/>
          <a:p>
            <a:fld id="{893C691A-8990-4B27-815E-C08BF5E9CC21}" type="slidenum">
              <a:rPr lang="en-IN" smtClean="0"/>
              <a:t>‹#›</a:t>
            </a:fld>
            <a:endParaRPr lang="en-IN"/>
          </a:p>
        </p:txBody>
      </p:sp>
    </p:spTree>
    <p:extLst>
      <p:ext uri="{BB962C8B-B14F-4D97-AF65-F5344CB8AC3E}">
        <p14:creationId xmlns:p14="http://schemas.microsoft.com/office/powerpoint/2010/main" val="3117548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85B84F-6EE8-01BB-23CC-C6C9189449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1AA6F1-33EA-450D-2B93-24012157D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0D1441-38EA-5672-8047-D8CCA5E5F9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8492F0-2E8B-4DFE-BCE3-247B7926AE3E}" type="datetimeFigureOut">
              <a:rPr lang="en-IN" smtClean="0"/>
              <a:t>24-03-2025</a:t>
            </a:fld>
            <a:endParaRPr lang="en-IN"/>
          </a:p>
        </p:txBody>
      </p:sp>
      <p:sp>
        <p:nvSpPr>
          <p:cNvPr id="5" name="Footer Placeholder 4">
            <a:extLst>
              <a:ext uri="{FF2B5EF4-FFF2-40B4-BE49-F238E27FC236}">
                <a16:creationId xmlns:a16="http://schemas.microsoft.com/office/drawing/2014/main" id="{CF4E6DEF-0D46-088E-62DD-861E9BDAFF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F519A6-5E0B-7970-9E44-ACB1FAC6B3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3C691A-8990-4B27-815E-C08BF5E9CC21}" type="slidenum">
              <a:rPr lang="en-IN" smtClean="0"/>
              <a:t>‹#›</a:t>
            </a:fld>
            <a:endParaRPr lang="en-IN"/>
          </a:p>
        </p:txBody>
      </p:sp>
    </p:spTree>
    <p:extLst>
      <p:ext uri="{BB962C8B-B14F-4D97-AF65-F5344CB8AC3E}">
        <p14:creationId xmlns:p14="http://schemas.microsoft.com/office/powerpoint/2010/main" val="1467764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image" Target="../media/image7.png"/><Relationship Id="rId1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E52B7-E8B7-48FA-FD14-B2E965D90026}"/>
              </a:ext>
            </a:extLst>
          </p:cNvPr>
          <p:cNvSpPr>
            <a:spLocks noGrp="1"/>
          </p:cNvSpPr>
          <p:nvPr>
            <p:ph type="ctrTitle"/>
          </p:nvPr>
        </p:nvSpPr>
        <p:spPr>
          <a:xfrm>
            <a:off x="0" y="0"/>
            <a:ext cx="12192000" cy="3805084"/>
          </a:xfrm>
        </p:spPr>
        <p:txBody>
          <a:bodyPr>
            <a:prstTxWarp prst="textDeflateBottom">
              <a:avLst>
                <a:gd name="adj" fmla="val 90569"/>
              </a:avLst>
            </a:prstTxWarp>
            <a:normAutofit/>
          </a:bodyPr>
          <a:lstStyle/>
          <a:p>
            <a:r>
              <a:rPr lang="en-US" dirty="0">
                <a:blipFill>
                  <a:blip r:embed="rId2"/>
                  <a:stretch>
                    <a:fillRect/>
                  </a:stretch>
                </a:blipFill>
              </a:rPr>
              <a:t>-------------</a:t>
            </a:r>
            <a:endParaRPr lang="en-IN" dirty="0">
              <a:blipFill>
                <a:blip r:embed="rId2"/>
                <a:stretch>
                  <a:fillRect/>
                </a:stretch>
              </a:blipFill>
            </a:endParaRPr>
          </a:p>
        </p:txBody>
      </p:sp>
      <p:sp>
        <p:nvSpPr>
          <p:cNvPr id="3" name="Subtitle 2">
            <a:extLst>
              <a:ext uri="{FF2B5EF4-FFF2-40B4-BE49-F238E27FC236}">
                <a16:creationId xmlns:a16="http://schemas.microsoft.com/office/drawing/2014/main" id="{52393701-8A8A-C185-8128-36522EE3B1AE}"/>
              </a:ext>
            </a:extLst>
          </p:cNvPr>
          <p:cNvSpPr>
            <a:spLocks noGrp="1"/>
          </p:cNvSpPr>
          <p:nvPr>
            <p:ph type="subTitle" idx="1"/>
          </p:nvPr>
        </p:nvSpPr>
        <p:spPr>
          <a:xfrm>
            <a:off x="1524000" y="5408604"/>
            <a:ext cx="9144000" cy="1600201"/>
          </a:xfrm>
        </p:spPr>
        <p:txBody>
          <a:bodyPr/>
          <a:lstStyle/>
          <a:p>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By:- Revanth(160123748051),</a:t>
            </a:r>
          </a:p>
          <a:p>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Viswanath(160123748058)</a:t>
            </a:r>
            <a:endParaRPr lang="en-IN"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4" name="Rectangle 3">
            <a:extLst>
              <a:ext uri="{FF2B5EF4-FFF2-40B4-BE49-F238E27FC236}">
                <a16:creationId xmlns:a16="http://schemas.microsoft.com/office/drawing/2014/main" id="{1EAE7AE7-6320-156C-92F8-5BAA26011B5B}"/>
              </a:ext>
            </a:extLst>
          </p:cNvPr>
          <p:cNvSpPr/>
          <p:nvPr/>
        </p:nvSpPr>
        <p:spPr>
          <a:xfrm>
            <a:off x="369725" y="3654278"/>
            <a:ext cx="11822275" cy="1754326"/>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AGILE SOFTWARE DEVELOPNMENT(ASD)</a:t>
            </a:r>
            <a:b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b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UNIT IV-</a:t>
            </a:r>
            <a:r>
              <a:rPr lang="en-IN"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Design Methodologies</a:t>
            </a:r>
          </a:p>
        </p:txBody>
      </p:sp>
    </p:spTree>
    <p:extLst>
      <p:ext uri="{BB962C8B-B14F-4D97-AF65-F5344CB8AC3E}">
        <p14:creationId xmlns:p14="http://schemas.microsoft.com/office/powerpoint/2010/main" val="3980268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2B069-B232-93A0-A0B3-88CC49AAE9EE}"/>
              </a:ext>
            </a:extLst>
          </p:cNvPr>
          <p:cNvSpPr>
            <a:spLocks noGrp="1"/>
          </p:cNvSpPr>
          <p:nvPr>
            <p:ph type="title"/>
          </p:nvPr>
        </p:nvSpPr>
        <p:spPr/>
        <p:txBody>
          <a:bodyPr/>
          <a:lstStyle/>
          <a:p>
            <a:r>
              <a:rPr lang="en-US" dirty="0">
                <a:solidFill>
                  <a:schemeClr val="accent1">
                    <a:lumMod val="40000"/>
                    <a:lumOff val="60000"/>
                  </a:schemeClr>
                </a:solidFill>
                <a:effectLst>
                  <a:outerShdw blurRad="38100" dist="38100" dir="2700000" algn="tl">
                    <a:srgbClr val="000000">
                      <a:alpha val="43137"/>
                    </a:srgbClr>
                  </a:outerShdw>
                </a:effectLst>
              </a:rPr>
              <a:t>Topics Covered:-</a:t>
            </a:r>
            <a:endParaRPr lang="en-IN" dirty="0">
              <a:solidFill>
                <a:schemeClr val="accent1">
                  <a:lumMod val="40000"/>
                  <a:lumOff val="60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557882D-DF77-FF1D-96FF-CF013B44EF76}"/>
              </a:ext>
            </a:extLst>
          </p:cNvPr>
          <p:cNvSpPr>
            <a:spLocks noGrp="1"/>
          </p:cNvSpPr>
          <p:nvPr>
            <p:ph idx="1"/>
          </p:nvPr>
        </p:nvSpPr>
        <p:spPr/>
        <p:txBody>
          <a:bodyPr/>
          <a:lstStyle/>
          <a:p>
            <a:pPr marL="0" indent="0">
              <a:buNone/>
            </a:pPr>
            <a:endParaRPr lang="en-US" dirty="0"/>
          </a:p>
          <a:p>
            <a:r>
              <a:rPr lang="en-US" dirty="0">
                <a:solidFill>
                  <a:schemeClr val="accent1">
                    <a:lumMod val="60000"/>
                    <a:lumOff val="40000"/>
                  </a:schemeClr>
                </a:solidFill>
                <a:effectLst>
                  <a:outerShdw blurRad="38100" dist="38100" dir="2700000" algn="tl">
                    <a:srgbClr val="000000">
                      <a:alpha val="43137"/>
                    </a:srgbClr>
                  </a:outerShdw>
                </a:effectLst>
              </a:rPr>
              <a:t>Feature-Driven Development</a:t>
            </a:r>
          </a:p>
          <a:p>
            <a:r>
              <a:rPr lang="en-US" dirty="0">
                <a:solidFill>
                  <a:schemeClr val="accent1">
                    <a:lumMod val="60000"/>
                    <a:lumOff val="40000"/>
                  </a:schemeClr>
                </a:solidFill>
                <a:effectLst>
                  <a:outerShdw blurRad="38100" dist="38100" dir="2700000" algn="tl">
                    <a:srgbClr val="000000">
                      <a:alpha val="43137"/>
                    </a:srgbClr>
                  </a:outerShdw>
                </a:effectLst>
              </a:rPr>
              <a:t>Scrum Roles:-</a:t>
            </a:r>
          </a:p>
          <a:p>
            <a:pPr lvl="1"/>
            <a:r>
              <a:rPr lang="en-US" dirty="0">
                <a:solidFill>
                  <a:schemeClr val="accent1">
                    <a:lumMod val="60000"/>
                    <a:lumOff val="40000"/>
                  </a:schemeClr>
                </a:solidFill>
                <a:effectLst>
                  <a:outerShdw blurRad="38100" dist="38100" dir="2700000" algn="tl">
                    <a:srgbClr val="000000">
                      <a:alpha val="43137"/>
                    </a:srgbClr>
                  </a:outerShdw>
                </a:effectLst>
              </a:rPr>
              <a:t>Product Owner</a:t>
            </a:r>
          </a:p>
          <a:p>
            <a:pPr lvl="1"/>
            <a:r>
              <a:rPr lang="en-US" dirty="0">
                <a:solidFill>
                  <a:schemeClr val="accent1">
                    <a:lumMod val="60000"/>
                    <a:lumOff val="40000"/>
                  </a:schemeClr>
                </a:solidFill>
                <a:effectLst>
                  <a:outerShdw blurRad="38100" dist="38100" dir="2700000" algn="tl">
                    <a:srgbClr val="000000">
                      <a:alpha val="43137"/>
                    </a:srgbClr>
                  </a:outerShdw>
                </a:effectLst>
              </a:rPr>
              <a:t>Scrum Master</a:t>
            </a:r>
          </a:p>
          <a:p>
            <a:pPr lvl="1"/>
            <a:r>
              <a:rPr lang="en-US" dirty="0">
                <a:solidFill>
                  <a:schemeClr val="accent1">
                    <a:lumMod val="60000"/>
                    <a:lumOff val="40000"/>
                  </a:schemeClr>
                </a:solidFill>
                <a:effectLst>
                  <a:outerShdw blurRad="38100" dist="38100" dir="2700000" algn="tl">
                    <a:srgbClr val="000000">
                      <a:alpha val="43137"/>
                    </a:srgbClr>
                  </a:outerShdw>
                </a:effectLst>
              </a:rPr>
              <a:t>Scrum Team</a:t>
            </a:r>
            <a:endParaRPr lang="en-IN" dirty="0">
              <a:solidFill>
                <a:schemeClr val="accent1">
                  <a:lumMod val="60000"/>
                  <a:lumOff val="40000"/>
                </a:schemeClr>
              </a:solidFill>
              <a:effectLst>
                <a:outerShdw blurRad="38100" dist="38100" dir="2700000" algn="tl">
                  <a:srgbClr val="000000">
                    <a:alpha val="43137"/>
                  </a:srgbClr>
                </a:outerShdw>
              </a:effectLst>
            </a:endParaRPr>
          </a:p>
        </p:txBody>
      </p:sp>
      <p:pic>
        <p:nvPicPr>
          <p:cNvPr id="2050" name="Picture 2" descr="Image result for feature driven developnment scrum roles picture">
            <a:extLst>
              <a:ext uri="{FF2B5EF4-FFF2-40B4-BE49-F238E27FC236}">
                <a16:creationId xmlns:a16="http://schemas.microsoft.com/office/drawing/2014/main" id="{0C4F963C-75BB-3D6B-4AC2-C3C1BD2BED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6065" y="0"/>
            <a:ext cx="668593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78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0EB78-A9D4-563E-F90C-CE0BA66EC6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9E1F9A-BCD8-7672-5BCD-6B18C539C886}"/>
              </a:ext>
            </a:extLst>
          </p:cNvPr>
          <p:cNvSpPr>
            <a:spLocks noGrp="1"/>
          </p:cNvSpPr>
          <p:nvPr>
            <p:ph idx="1"/>
          </p:nvPr>
        </p:nvSpPr>
        <p:spPr/>
        <p:txBody>
          <a:bodyPr/>
          <a:lstStyle/>
          <a:p>
            <a:endParaRPr lang="en-IN"/>
          </a:p>
        </p:txBody>
      </p:sp>
      <p:pic>
        <p:nvPicPr>
          <p:cNvPr id="14338" name="Picture 2" descr="Image result for software">
            <a:extLst>
              <a:ext uri="{FF2B5EF4-FFF2-40B4-BE49-F238E27FC236}">
                <a16:creationId xmlns:a16="http://schemas.microsoft.com/office/drawing/2014/main" id="{6D49D088-8D20-8B1F-691A-7D33D862AE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A07ACCD4-ABEB-8EBC-5D44-C096255C0535}"/>
                  </a:ext>
                </a:extLst>
              </p:cNvPr>
              <p:cNvGraphicFramePr>
                <a:graphicFrameLocks noChangeAspect="1"/>
              </p:cNvGraphicFramePr>
              <p:nvPr>
                <p:extLst>
                  <p:ext uri="{D42A27DB-BD31-4B8C-83A1-F6EECF244321}">
                    <p14:modId xmlns:p14="http://schemas.microsoft.com/office/powerpoint/2010/main" val="4113824034"/>
                  </p:ext>
                </p:extLst>
              </p:nvPr>
            </p:nvGraphicFramePr>
            <p:xfrm>
              <a:off x="553065" y="1388500"/>
              <a:ext cx="2067232" cy="1162818"/>
            </p:xfrm>
            <a:graphic>
              <a:graphicData uri="http://schemas.microsoft.com/office/powerpoint/2016/slidezoom">
                <pslz:sldZm>
                  <pslz:sldZmObj sldId="258" cId="3252441410">
                    <pslz:zmPr id="{D15174C9-620C-4DDD-B79E-A5010E10C520}" returnToParent="0" transitionDur="1000">
                      <p166:blipFill xmlns:p166="http://schemas.microsoft.com/office/powerpoint/2016/6/main">
                        <a:blip r:embed="rId3"/>
                        <a:stretch>
                          <a:fillRect/>
                        </a:stretch>
                      </p166:blipFill>
                      <p166:spPr xmlns:p166="http://schemas.microsoft.com/office/powerpoint/2016/6/main">
                        <a:xfrm>
                          <a:off x="0" y="0"/>
                          <a:ext cx="2067232" cy="1162818"/>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A07ACCD4-ABEB-8EBC-5D44-C096255C0535}"/>
                  </a:ext>
                </a:extLst>
              </p:cNvPr>
              <p:cNvPicPr>
                <a:picLocks noGrp="1" noRot="1" noChangeAspect="1" noMove="1" noResize="1" noEditPoints="1" noAdjustHandles="1" noChangeArrowheads="1" noChangeShapeType="1"/>
              </p:cNvPicPr>
              <p:nvPr/>
            </p:nvPicPr>
            <p:blipFill>
              <a:blip r:embed="rId4"/>
              <a:stretch>
                <a:fillRect/>
              </a:stretch>
            </p:blipFill>
            <p:spPr>
              <a:xfrm>
                <a:off x="553065" y="1388500"/>
                <a:ext cx="2067232" cy="116281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54FA4F90-DBC4-4F6C-F856-4F1CB3A4BDFD}"/>
                  </a:ext>
                </a:extLst>
              </p:cNvPr>
              <p:cNvGraphicFramePr>
                <a:graphicFrameLocks noChangeAspect="1"/>
              </p:cNvGraphicFramePr>
              <p:nvPr>
                <p:extLst>
                  <p:ext uri="{D42A27DB-BD31-4B8C-83A1-F6EECF244321}">
                    <p14:modId xmlns:p14="http://schemas.microsoft.com/office/powerpoint/2010/main" val="4238877166"/>
                  </p:ext>
                </p:extLst>
              </p:nvPr>
            </p:nvGraphicFramePr>
            <p:xfrm>
              <a:off x="3301181" y="1969909"/>
              <a:ext cx="2067232" cy="1162818"/>
            </p:xfrm>
            <a:graphic>
              <a:graphicData uri="http://schemas.microsoft.com/office/powerpoint/2016/slidezoom">
                <pslz:sldZm>
                  <pslz:sldZmObj sldId="259" cId="3866009344">
                    <pslz:zmPr id="{611D2C98-2470-4B99-9BD0-89CCAAF3C59B}" returnToParent="0" transitionDur="1000">
                      <p166:blipFill xmlns:p166="http://schemas.microsoft.com/office/powerpoint/2016/6/main">
                        <a:blip r:embed="rId5"/>
                        <a:stretch>
                          <a:fillRect/>
                        </a:stretch>
                      </p166:blipFill>
                      <p166:spPr xmlns:p166="http://schemas.microsoft.com/office/powerpoint/2016/6/main">
                        <a:xfrm>
                          <a:off x="0" y="0"/>
                          <a:ext cx="2067232" cy="1162818"/>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54FA4F90-DBC4-4F6C-F856-4F1CB3A4BDFD}"/>
                  </a:ext>
                </a:extLst>
              </p:cNvPr>
              <p:cNvPicPr>
                <a:picLocks noGrp="1" noRot="1" noChangeAspect="1" noMove="1" noResize="1" noEditPoints="1" noAdjustHandles="1" noChangeArrowheads="1" noChangeShapeType="1"/>
              </p:cNvPicPr>
              <p:nvPr/>
            </p:nvPicPr>
            <p:blipFill>
              <a:blip r:embed="rId6"/>
              <a:stretch>
                <a:fillRect/>
              </a:stretch>
            </p:blipFill>
            <p:spPr>
              <a:xfrm>
                <a:off x="3301181" y="1969909"/>
                <a:ext cx="2067232" cy="116281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FFE1B40C-23B6-C58E-6AF1-6C9D8EE655A8}"/>
                  </a:ext>
                </a:extLst>
              </p:cNvPr>
              <p:cNvGraphicFramePr>
                <a:graphicFrameLocks noChangeAspect="1"/>
              </p:cNvGraphicFramePr>
              <p:nvPr>
                <p:extLst>
                  <p:ext uri="{D42A27DB-BD31-4B8C-83A1-F6EECF244321}">
                    <p14:modId xmlns:p14="http://schemas.microsoft.com/office/powerpoint/2010/main" val="209087126"/>
                  </p:ext>
                </p:extLst>
              </p:nvPr>
            </p:nvGraphicFramePr>
            <p:xfrm>
              <a:off x="6118123" y="2551318"/>
              <a:ext cx="2067232" cy="1162818"/>
            </p:xfrm>
            <a:graphic>
              <a:graphicData uri="http://schemas.microsoft.com/office/powerpoint/2016/slidezoom">
                <pslz:sldZm>
                  <pslz:sldZmObj sldId="260" cId="3891219502">
                    <pslz:zmPr id="{446ABCF1-4B2B-4ED1-9F98-84708D7048B6}" returnToParent="0" transitionDur="1000">
                      <p166:blipFill xmlns:p166="http://schemas.microsoft.com/office/powerpoint/2016/6/main">
                        <a:blip r:embed="rId7"/>
                        <a:stretch>
                          <a:fillRect/>
                        </a:stretch>
                      </p166:blipFill>
                      <p166:spPr xmlns:p166="http://schemas.microsoft.com/office/powerpoint/2016/6/main">
                        <a:xfrm>
                          <a:off x="0" y="0"/>
                          <a:ext cx="2067232" cy="1162818"/>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FFE1B40C-23B6-C58E-6AF1-6C9D8EE655A8}"/>
                  </a:ext>
                </a:extLst>
              </p:cNvPr>
              <p:cNvPicPr>
                <a:picLocks noGrp="1" noRot="1" noChangeAspect="1" noMove="1" noResize="1" noEditPoints="1" noAdjustHandles="1" noChangeArrowheads="1" noChangeShapeType="1"/>
              </p:cNvPicPr>
              <p:nvPr/>
            </p:nvPicPr>
            <p:blipFill>
              <a:blip r:embed="rId8"/>
              <a:stretch>
                <a:fillRect/>
              </a:stretch>
            </p:blipFill>
            <p:spPr>
              <a:xfrm>
                <a:off x="6118123" y="2551318"/>
                <a:ext cx="2067232" cy="116281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ECB64F58-775E-7A5B-1B20-C6916DC6083F}"/>
                  </a:ext>
                </a:extLst>
              </p:cNvPr>
              <p:cNvGraphicFramePr>
                <a:graphicFrameLocks noChangeAspect="1"/>
              </p:cNvGraphicFramePr>
              <p:nvPr>
                <p:extLst>
                  <p:ext uri="{D42A27DB-BD31-4B8C-83A1-F6EECF244321}">
                    <p14:modId xmlns:p14="http://schemas.microsoft.com/office/powerpoint/2010/main" val="95053660"/>
                  </p:ext>
                </p:extLst>
              </p:nvPr>
            </p:nvGraphicFramePr>
            <p:xfrm>
              <a:off x="2845210" y="4667277"/>
              <a:ext cx="2067232" cy="1162818"/>
            </p:xfrm>
            <a:graphic>
              <a:graphicData uri="http://schemas.microsoft.com/office/powerpoint/2016/slidezoom">
                <pslz:sldZm>
                  <pslz:sldZmObj sldId="261" cId="2740415979">
                    <pslz:zmPr id="{63627B47-1F62-41D9-8D59-BCAE0D9204FA}" returnToParent="0" transitionDur="1000">
                      <p166:blipFill xmlns:p166="http://schemas.microsoft.com/office/powerpoint/2016/6/main">
                        <a:blip r:embed="rId9"/>
                        <a:stretch>
                          <a:fillRect/>
                        </a:stretch>
                      </p166:blipFill>
                      <p166:spPr xmlns:p166="http://schemas.microsoft.com/office/powerpoint/2016/6/main">
                        <a:xfrm>
                          <a:off x="0" y="0"/>
                          <a:ext cx="2067232" cy="1162818"/>
                        </a:xfrm>
                        <a:prstGeom prst="rect">
                          <a:avLst/>
                        </a:prstGeom>
                        <a:ln w="3175">
                          <a:solidFill>
                            <a:prstClr val="ltGray"/>
                          </a:solidFill>
                        </a:ln>
                      </p166:spPr>
                    </pslz:zmPr>
                  </pslz:sldZmObj>
                </pslz:sldZm>
              </a:graphicData>
            </a:graphic>
          </p:graphicFrame>
        </mc:Choice>
        <mc:Fallback xmlns="">
          <p:pic>
            <p:nvPicPr>
              <p:cNvPr id="17" name="Slide Zoom 16">
                <a:extLst>
                  <a:ext uri="{FF2B5EF4-FFF2-40B4-BE49-F238E27FC236}">
                    <a16:creationId xmlns:a16="http://schemas.microsoft.com/office/drawing/2014/main" id="{ECB64F58-775E-7A5B-1B20-C6916DC6083F}"/>
                  </a:ext>
                </a:extLst>
              </p:cNvPr>
              <p:cNvPicPr>
                <a:picLocks noGrp="1" noRot="1" noChangeAspect="1" noMove="1" noResize="1" noEditPoints="1" noAdjustHandles="1" noChangeArrowheads="1" noChangeShapeType="1"/>
              </p:cNvPicPr>
              <p:nvPr/>
            </p:nvPicPr>
            <p:blipFill>
              <a:blip r:embed="rId10"/>
              <a:stretch>
                <a:fillRect/>
              </a:stretch>
            </p:blipFill>
            <p:spPr>
              <a:xfrm>
                <a:off x="2845210" y="4667277"/>
                <a:ext cx="2067232" cy="116281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09E26E6B-9D52-92EF-0376-1B66D80AC497}"/>
                  </a:ext>
                </a:extLst>
              </p:cNvPr>
              <p:cNvGraphicFramePr>
                <a:graphicFrameLocks noChangeAspect="1"/>
              </p:cNvGraphicFramePr>
              <p:nvPr>
                <p:extLst>
                  <p:ext uri="{D42A27DB-BD31-4B8C-83A1-F6EECF244321}">
                    <p14:modId xmlns:p14="http://schemas.microsoft.com/office/powerpoint/2010/main" val="3572567221"/>
                  </p:ext>
                </p:extLst>
              </p:nvPr>
            </p:nvGraphicFramePr>
            <p:xfrm>
              <a:off x="9178413" y="3042241"/>
              <a:ext cx="2067232" cy="1162818"/>
            </p:xfrm>
            <a:graphic>
              <a:graphicData uri="http://schemas.microsoft.com/office/powerpoint/2016/slidezoom">
                <pslz:sldZm>
                  <pslz:sldZmObj sldId="262" cId="974611757">
                    <pslz:zmPr id="{2E128C44-EE5E-4EEF-AB05-A48500AB74D4}" returnToParent="0" transitionDur="1000">
                      <p166:blipFill xmlns:p166="http://schemas.microsoft.com/office/powerpoint/2016/6/main">
                        <a:blip r:embed="rId11"/>
                        <a:stretch>
                          <a:fillRect/>
                        </a:stretch>
                      </p166:blipFill>
                      <p166:spPr xmlns:p166="http://schemas.microsoft.com/office/powerpoint/2016/6/main">
                        <a:xfrm>
                          <a:off x="0" y="0"/>
                          <a:ext cx="2067232" cy="1162818"/>
                        </a:xfrm>
                        <a:prstGeom prst="rect">
                          <a:avLst/>
                        </a:prstGeom>
                        <a:ln w="3175">
                          <a:solidFill>
                            <a:prstClr val="ltGray"/>
                          </a:solidFill>
                        </a:ln>
                      </p166:spPr>
                    </pslz:zmPr>
                  </pslz:sldZmObj>
                </pslz:sldZm>
              </a:graphicData>
            </a:graphic>
          </p:graphicFrame>
        </mc:Choice>
        <mc:Fallback xmlns="">
          <p:pic>
            <p:nvPicPr>
              <p:cNvPr id="19" name="Slide Zoom 18">
                <a:extLst>
                  <a:ext uri="{FF2B5EF4-FFF2-40B4-BE49-F238E27FC236}">
                    <a16:creationId xmlns:a16="http://schemas.microsoft.com/office/drawing/2014/main" id="{09E26E6B-9D52-92EF-0376-1B66D80AC497}"/>
                  </a:ext>
                </a:extLst>
              </p:cNvPr>
              <p:cNvPicPr>
                <a:picLocks noGrp="1" noRot="1" noChangeAspect="1" noMove="1" noResize="1" noEditPoints="1" noAdjustHandles="1" noChangeArrowheads="1" noChangeShapeType="1"/>
              </p:cNvPicPr>
              <p:nvPr/>
            </p:nvPicPr>
            <p:blipFill>
              <a:blip r:embed="rId12"/>
              <a:stretch>
                <a:fillRect/>
              </a:stretch>
            </p:blipFill>
            <p:spPr>
              <a:xfrm>
                <a:off x="9178413" y="3042241"/>
                <a:ext cx="2067232" cy="116281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1" name="Slide Zoom 20">
                <a:extLst>
                  <a:ext uri="{FF2B5EF4-FFF2-40B4-BE49-F238E27FC236}">
                    <a16:creationId xmlns:a16="http://schemas.microsoft.com/office/drawing/2014/main" id="{E072C122-60EE-9C76-4CF2-BC5AC6043FFA}"/>
                  </a:ext>
                </a:extLst>
              </p:cNvPr>
              <p:cNvGraphicFramePr>
                <a:graphicFrameLocks noChangeAspect="1"/>
              </p:cNvGraphicFramePr>
              <p:nvPr>
                <p:extLst>
                  <p:ext uri="{D42A27DB-BD31-4B8C-83A1-F6EECF244321}">
                    <p14:modId xmlns:p14="http://schemas.microsoft.com/office/powerpoint/2010/main" val="1269424003"/>
                  </p:ext>
                </p:extLst>
              </p:nvPr>
            </p:nvGraphicFramePr>
            <p:xfrm>
              <a:off x="7659331" y="4886096"/>
              <a:ext cx="2067232" cy="1162818"/>
            </p:xfrm>
            <a:graphic>
              <a:graphicData uri="http://schemas.microsoft.com/office/powerpoint/2016/slidezoom">
                <pslz:sldZm>
                  <pslz:sldZmObj sldId="263" cId="690232492">
                    <pslz:zmPr id="{F8E243F7-2CFD-4DCF-B6F3-798C030B6F3E}" returnToParent="0" transitionDur="1000">
                      <p166:blipFill xmlns:p166="http://schemas.microsoft.com/office/powerpoint/2016/6/main">
                        <a:blip r:embed="rId13"/>
                        <a:stretch>
                          <a:fillRect/>
                        </a:stretch>
                      </p166:blipFill>
                      <p166:spPr xmlns:p166="http://schemas.microsoft.com/office/powerpoint/2016/6/main">
                        <a:xfrm>
                          <a:off x="0" y="0"/>
                          <a:ext cx="2067232" cy="1162818"/>
                        </a:xfrm>
                        <a:prstGeom prst="rect">
                          <a:avLst/>
                        </a:prstGeom>
                        <a:ln w="3175">
                          <a:solidFill>
                            <a:prstClr val="ltGray"/>
                          </a:solidFill>
                        </a:ln>
                      </p166:spPr>
                    </pslz:zmPr>
                  </pslz:sldZmObj>
                </pslz:sldZm>
              </a:graphicData>
            </a:graphic>
          </p:graphicFrame>
        </mc:Choice>
        <mc:Fallback xmlns="">
          <p:pic>
            <p:nvPicPr>
              <p:cNvPr id="21" name="Slide Zoom 20">
                <a:extLst>
                  <a:ext uri="{FF2B5EF4-FFF2-40B4-BE49-F238E27FC236}">
                    <a16:creationId xmlns:a16="http://schemas.microsoft.com/office/drawing/2014/main" id="{E072C122-60EE-9C76-4CF2-BC5AC6043FFA}"/>
                  </a:ext>
                </a:extLst>
              </p:cNvPr>
              <p:cNvPicPr>
                <a:picLocks noGrp="1" noRot="1" noChangeAspect="1" noMove="1" noResize="1" noEditPoints="1" noAdjustHandles="1" noChangeArrowheads="1" noChangeShapeType="1"/>
              </p:cNvPicPr>
              <p:nvPr/>
            </p:nvPicPr>
            <p:blipFill>
              <a:blip r:embed="rId14"/>
              <a:stretch>
                <a:fillRect/>
              </a:stretch>
            </p:blipFill>
            <p:spPr>
              <a:xfrm>
                <a:off x="7659331" y="4886096"/>
                <a:ext cx="2067232" cy="1162818"/>
              </a:xfrm>
              <a:prstGeom prst="rect">
                <a:avLst/>
              </a:prstGeom>
              <a:ln w="3175">
                <a:solidFill>
                  <a:prstClr val="ltGray"/>
                </a:solidFill>
              </a:ln>
            </p:spPr>
          </p:pic>
        </mc:Fallback>
      </mc:AlternateContent>
      <p:sp>
        <p:nvSpPr>
          <p:cNvPr id="26" name="TextBox 25">
            <a:extLst>
              <a:ext uri="{FF2B5EF4-FFF2-40B4-BE49-F238E27FC236}">
                <a16:creationId xmlns:a16="http://schemas.microsoft.com/office/drawing/2014/main" id="{1D366BE5-206A-AE60-945E-A8A386FAD6A4}"/>
              </a:ext>
            </a:extLst>
          </p:cNvPr>
          <p:cNvSpPr txBox="1"/>
          <p:nvPr/>
        </p:nvSpPr>
        <p:spPr>
          <a:xfrm>
            <a:off x="3301181" y="1506022"/>
            <a:ext cx="2067232" cy="369332"/>
          </a:xfrm>
          <a:prstGeom prst="rect">
            <a:avLst/>
          </a:prstGeom>
          <a:noFill/>
        </p:spPr>
        <p:txBody>
          <a:bodyPr wrap="square" rtlCol="0">
            <a:spAutoFit/>
          </a:bodyPr>
          <a:lstStyle/>
          <a:p>
            <a:r>
              <a:rPr lang="en-US" dirty="0">
                <a:solidFill>
                  <a:schemeClr val="bg1"/>
                </a:solidFill>
                <a:latin typeface="Microsoft JhengHei UI" panose="020B0604030504040204" pitchFamily="34" charset="-120"/>
                <a:ea typeface="Microsoft JhengHei UI" panose="020B0604030504040204" pitchFamily="34" charset="-120"/>
              </a:rPr>
              <a:t>Key Concepts</a:t>
            </a:r>
            <a:endParaRPr lang="en-IN" dirty="0">
              <a:solidFill>
                <a:schemeClr val="bg1"/>
              </a:solidFill>
              <a:latin typeface="Microsoft JhengHei UI" panose="020B0604030504040204" pitchFamily="34" charset="-120"/>
              <a:ea typeface="Microsoft JhengHei UI" panose="020B0604030504040204" pitchFamily="34" charset="-120"/>
            </a:endParaRPr>
          </a:p>
        </p:txBody>
      </p:sp>
      <p:sp>
        <p:nvSpPr>
          <p:cNvPr id="31" name="TextBox 30">
            <a:extLst>
              <a:ext uri="{FF2B5EF4-FFF2-40B4-BE49-F238E27FC236}">
                <a16:creationId xmlns:a16="http://schemas.microsoft.com/office/drawing/2014/main" id="{5ABC9EDC-36A8-A5C6-19A8-A47ECA858EBB}"/>
              </a:ext>
            </a:extLst>
          </p:cNvPr>
          <p:cNvSpPr txBox="1"/>
          <p:nvPr/>
        </p:nvSpPr>
        <p:spPr>
          <a:xfrm>
            <a:off x="553065" y="276949"/>
            <a:ext cx="9642987" cy="523220"/>
          </a:xfrm>
          <a:prstGeom prst="rect">
            <a:avLst/>
          </a:prstGeom>
          <a:noFill/>
        </p:spPr>
        <p:txBody>
          <a:bodyPr wrap="square" rtlCol="0">
            <a:spAutoFit/>
          </a:bodyPr>
          <a:lstStyle/>
          <a:p>
            <a:r>
              <a:rPr lang="en-US" sz="2800" dirty="0">
                <a:solidFill>
                  <a:schemeClr val="bg1"/>
                </a:solidFill>
                <a:latin typeface="Microsoft JhengHei UI" panose="020B0604030504040204" pitchFamily="34" charset="-120"/>
                <a:ea typeface="Microsoft JhengHei UI" panose="020B0604030504040204" pitchFamily="34" charset="-120"/>
              </a:rPr>
              <a:t>All About Feature Driven Development:-</a:t>
            </a:r>
            <a:endParaRPr lang="en-IN" sz="2800" dirty="0">
              <a:solidFill>
                <a:schemeClr val="bg1"/>
              </a:solidFill>
              <a:latin typeface="Microsoft JhengHei UI" panose="020B0604030504040204" pitchFamily="34" charset="-120"/>
              <a:ea typeface="Microsoft JhengHei UI" panose="020B0604030504040204" pitchFamily="34" charset="-120"/>
            </a:endParaRPr>
          </a:p>
        </p:txBody>
      </p:sp>
      <p:sp>
        <p:nvSpPr>
          <p:cNvPr id="32" name="Rectangle: Rounded Corners 31">
            <a:extLst>
              <a:ext uri="{FF2B5EF4-FFF2-40B4-BE49-F238E27FC236}">
                <a16:creationId xmlns:a16="http://schemas.microsoft.com/office/drawing/2014/main" id="{662BB327-BAC1-8655-E225-2FC0E8FA24E5}"/>
              </a:ext>
            </a:extLst>
          </p:cNvPr>
          <p:cNvSpPr/>
          <p:nvPr/>
        </p:nvSpPr>
        <p:spPr>
          <a:xfrm>
            <a:off x="506362" y="914400"/>
            <a:ext cx="2160638"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Definition:-</a:t>
            </a:r>
            <a:endParaRPr lang="en-IN" dirty="0"/>
          </a:p>
        </p:txBody>
      </p:sp>
      <p:sp>
        <p:nvSpPr>
          <p:cNvPr id="33" name="Rectangle: Rounded Corners 32">
            <a:extLst>
              <a:ext uri="{FF2B5EF4-FFF2-40B4-BE49-F238E27FC236}">
                <a16:creationId xmlns:a16="http://schemas.microsoft.com/office/drawing/2014/main" id="{CBF5BEE1-337D-CD9C-6C64-A733B73DE1BA}"/>
              </a:ext>
            </a:extLst>
          </p:cNvPr>
          <p:cNvSpPr/>
          <p:nvPr/>
        </p:nvSpPr>
        <p:spPr>
          <a:xfrm>
            <a:off x="3301181" y="1511560"/>
            <a:ext cx="2160638"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 Concepts:-</a:t>
            </a:r>
            <a:endParaRPr lang="en-IN" dirty="0"/>
          </a:p>
        </p:txBody>
      </p:sp>
      <p:sp>
        <p:nvSpPr>
          <p:cNvPr id="34" name="Rectangle: Rounded Corners 33">
            <a:extLst>
              <a:ext uri="{FF2B5EF4-FFF2-40B4-BE49-F238E27FC236}">
                <a16:creationId xmlns:a16="http://schemas.microsoft.com/office/drawing/2014/main" id="{FA0C58F9-BAA5-7E1C-E9B9-9033BF5895DE}"/>
              </a:ext>
            </a:extLst>
          </p:cNvPr>
          <p:cNvSpPr/>
          <p:nvPr/>
        </p:nvSpPr>
        <p:spPr>
          <a:xfrm>
            <a:off x="6049297" y="2064871"/>
            <a:ext cx="2160638"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Processes in FDD:-</a:t>
            </a:r>
            <a:endParaRPr lang="en-IN" dirty="0"/>
          </a:p>
        </p:txBody>
      </p:sp>
      <p:sp>
        <p:nvSpPr>
          <p:cNvPr id="35" name="Rectangle: Rounded Corners 34">
            <a:extLst>
              <a:ext uri="{FF2B5EF4-FFF2-40B4-BE49-F238E27FC236}">
                <a16:creationId xmlns:a16="http://schemas.microsoft.com/office/drawing/2014/main" id="{0612AF03-DE88-4FE7-11C5-2A3EA21849C1}"/>
              </a:ext>
            </a:extLst>
          </p:cNvPr>
          <p:cNvSpPr/>
          <p:nvPr/>
        </p:nvSpPr>
        <p:spPr>
          <a:xfrm>
            <a:off x="9178413" y="2551318"/>
            <a:ext cx="2160638"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Practices in FDD(2):-</a:t>
            </a:r>
            <a:endParaRPr lang="en-IN" dirty="0"/>
          </a:p>
        </p:txBody>
      </p:sp>
      <p:sp>
        <p:nvSpPr>
          <p:cNvPr id="36" name="Rectangle: Rounded Corners 35">
            <a:extLst>
              <a:ext uri="{FF2B5EF4-FFF2-40B4-BE49-F238E27FC236}">
                <a16:creationId xmlns:a16="http://schemas.microsoft.com/office/drawing/2014/main" id="{36CC35AA-E985-E315-36A6-5CC9831707F5}"/>
              </a:ext>
            </a:extLst>
          </p:cNvPr>
          <p:cNvSpPr/>
          <p:nvPr/>
        </p:nvSpPr>
        <p:spPr>
          <a:xfrm>
            <a:off x="2751804" y="4230477"/>
            <a:ext cx="2160638"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Practices in FDD:-</a:t>
            </a:r>
            <a:endParaRPr lang="en-IN" dirty="0"/>
          </a:p>
        </p:txBody>
      </p:sp>
      <p:sp>
        <p:nvSpPr>
          <p:cNvPr id="37" name="Rectangle: Rounded Corners 36">
            <a:extLst>
              <a:ext uri="{FF2B5EF4-FFF2-40B4-BE49-F238E27FC236}">
                <a16:creationId xmlns:a16="http://schemas.microsoft.com/office/drawing/2014/main" id="{9FC41930-30E9-E364-CC92-CBB93A4EFB2B}"/>
              </a:ext>
            </a:extLst>
          </p:cNvPr>
          <p:cNvSpPr/>
          <p:nvPr/>
        </p:nvSpPr>
        <p:spPr>
          <a:xfrm>
            <a:off x="7565925" y="4395173"/>
            <a:ext cx="2160638"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Practices in FDD(3):-</a:t>
            </a:r>
            <a:endParaRPr lang="en-IN" dirty="0"/>
          </a:p>
        </p:txBody>
      </p:sp>
      <p:sp>
        <p:nvSpPr>
          <p:cNvPr id="38" name="Rectangle: Rounded Corners 37">
            <a:extLst>
              <a:ext uri="{FF2B5EF4-FFF2-40B4-BE49-F238E27FC236}">
                <a16:creationId xmlns:a16="http://schemas.microsoft.com/office/drawing/2014/main" id="{F715667B-6AEE-2FAA-7E17-469F4302A04D}"/>
              </a:ext>
            </a:extLst>
          </p:cNvPr>
          <p:cNvSpPr/>
          <p:nvPr/>
        </p:nvSpPr>
        <p:spPr>
          <a:xfrm>
            <a:off x="22123" y="68686"/>
            <a:ext cx="12192000" cy="771210"/>
          </a:xfrm>
          <a:prstGeom prst="round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600" b="1" dirty="0">
                <a:ln w="0"/>
                <a:solidFill>
                  <a:schemeClr val="accent1"/>
                </a:solidFill>
                <a:effectLst>
                  <a:outerShdw blurRad="38100" dist="25400" dir="5400000" algn="ctr" rotWithShape="0">
                    <a:srgbClr val="6E747A">
                      <a:alpha val="43000"/>
                    </a:srgbClr>
                  </a:outerShdw>
                </a:effectLst>
              </a:rPr>
              <a:t>All About Feature Driven Development(FDD):-</a:t>
            </a:r>
            <a:endParaRPr lang="en-IN" sz="3600" b="1" dirty="0">
              <a:ln w="22225">
                <a:solidFill>
                  <a:schemeClr val="accent2"/>
                </a:solidFill>
                <a:prstDash val="solid"/>
              </a:ln>
              <a:solidFill>
                <a:schemeClr val="accent2">
                  <a:lumMod val="40000"/>
                  <a:lumOff val="60000"/>
                </a:schemeClr>
              </a:solidFill>
            </a:endParaRPr>
          </a:p>
        </p:txBody>
      </p:sp>
      <p:sp>
        <p:nvSpPr>
          <p:cNvPr id="39" name="Rectangle: Rounded Corners 38">
            <a:extLst>
              <a:ext uri="{FF2B5EF4-FFF2-40B4-BE49-F238E27FC236}">
                <a16:creationId xmlns:a16="http://schemas.microsoft.com/office/drawing/2014/main" id="{1294BFA3-04D7-F11C-E697-2FA31ADE023A}"/>
              </a:ext>
            </a:extLst>
          </p:cNvPr>
          <p:cNvSpPr/>
          <p:nvPr/>
        </p:nvSpPr>
        <p:spPr>
          <a:xfrm>
            <a:off x="265471" y="6176963"/>
            <a:ext cx="11847871" cy="548512"/>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b="1" dirty="0">
                <a:ln w="6600">
                  <a:solidFill>
                    <a:schemeClr val="accent2"/>
                  </a:solidFill>
                  <a:prstDash val="solid"/>
                </a:ln>
                <a:solidFill>
                  <a:srgbClr val="FFFFFF"/>
                </a:solidFill>
                <a:effectLst>
                  <a:outerShdw dist="38100" dir="2700000" algn="tl" rotWithShape="0">
                    <a:schemeClr val="accent2"/>
                  </a:outerShdw>
                </a:effectLst>
              </a:rPr>
              <a:t>Note:- Feature Driven Development is a simple and incremental process if you aim to maintain the complex functionality in a simple manner within a software.</a:t>
            </a:r>
            <a:endParaRPr lang="en-IN" dirty="0"/>
          </a:p>
        </p:txBody>
      </p:sp>
    </p:spTree>
    <p:extLst>
      <p:ext uri="{BB962C8B-B14F-4D97-AF65-F5344CB8AC3E}">
        <p14:creationId xmlns:p14="http://schemas.microsoft.com/office/powerpoint/2010/main" val="85677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08924-F294-5C04-36E2-79A1E2F0B34B}"/>
              </a:ext>
            </a:extLst>
          </p:cNvPr>
          <p:cNvSpPr>
            <a:spLocks noGrp="1"/>
          </p:cNvSpPr>
          <p:nvPr>
            <p:ph type="title"/>
          </p:nvPr>
        </p:nvSpPr>
        <p:spPr/>
        <p:txBody>
          <a:bodyPr/>
          <a:lstStyle/>
          <a:p>
            <a:r>
              <a:rPr lang="en-US" dirty="0">
                <a:solidFill>
                  <a:schemeClr val="accent5">
                    <a:lumMod val="60000"/>
                    <a:lumOff val="40000"/>
                  </a:schemeClr>
                </a:solidFill>
                <a:effectLst>
                  <a:outerShdw blurRad="38100" dist="38100" dir="2700000" algn="tl">
                    <a:srgbClr val="000000">
                      <a:alpha val="43137"/>
                    </a:srgbClr>
                  </a:outerShdw>
                </a:effectLst>
              </a:rPr>
              <a:t>Feature Driven Development(FDD)</a:t>
            </a:r>
            <a:endParaRPr lang="en-IN" dirty="0">
              <a:solidFill>
                <a:schemeClr val="accent5">
                  <a:lumMod val="60000"/>
                  <a:lumOff val="40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56BA5149-9415-19C7-E24B-4AC951B6A1CE}"/>
              </a:ext>
            </a:extLst>
          </p:cNvPr>
          <p:cNvSpPr>
            <a:spLocks noGrp="1"/>
          </p:cNvSpPr>
          <p:nvPr>
            <p:ph idx="1"/>
          </p:nvPr>
        </p:nvSpPr>
        <p:spPr>
          <a:xfrm>
            <a:off x="838200" y="1825625"/>
            <a:ext cx="6142703" cy="4351338"/>
          </a:xfrm>
        </p:spPr>
        <p:txBody>
          <a:bodyPr>
            <a:normAutofit fontScale="85000" lnSpcReduction="20000"/>
          </a:bodyPr>
          <a:lstStyle/>
          <a:p>
            <a:r>
              <a:rPr lang="en-US" dirty="0">
                <a:solidFill>
                  <a:schemeClr val="accent5">
                    <a:lumMod val="60000"/>
                    <a:lumOff val="40000"/>
                  </a:schemeClr>
                </a:solidFill>
                <a:effectLst>
                  <a:outerShdw blurRad="38100" dist="38100" dir="2700000" algn="tl">
                    <a:srgbClr val="000000">
                      <a:alpha val="43137"/>
                    </a:srgbClr>
                  </a:outerShdw>
                </a:effectLst>
              </a:rPr>
              <a:t>Feature Driven Development is one of the Agile Methodology/Frameworks which can be defined as an iterative method used to effectively develop software in an incremental manner.</a:t>
            </a:r>
          </a:p>
          <a:p>
            <a:r>
              <a:rPr lang="en-US" dirty="0">
                <a:solidFill>
                  <a:schemeClr val="accent5">
                    <a:lumMod val="60000"/>
                    <a:lumOff val="40000"/>
                  </a:schemeClr>
                </a:solidFill>
                <a:effectLst>
                  <a:outerShdw blurRad="38100" dist="38100" dir="2700000" algn="tl">
                    <a:srgbClr val="000000">
                      <a:alpha val="43137"/>
                    </a:srgbClr>
                  </a:outerShdw>
                </a:effectLst>
              </a:rPr>
              <a:t>It focuses on building features incrementally in a prioritized manner starting with high-priority requirements to lower ones.</a:t>
            </a:r>
          </a:p>
          <a:p>
            <a:r>
              <a:rPr lang="en-US" dirty="0">
                <a:solidFill>
                  <a:schemeClr val="accent5">
                    <a:lumMod val="60000"/>
                    <a:lumOff val="40000"/>
                  </a:schemeClr>
                </a:solidFill>
                <a:effectLst>
                  <a:outerShdw blurRad="38100" dist="38100" dir="2700000" algn="tl">
                    <a:srgbClr val="000000">
                      <a:alpha val="43137"/>
                    </a:srgbClr>
                  </a:outerShdw>
                </a:effectLst>
              </a:rPr>
              <a:t>Overall FDD is an efficient and simple approach if you want to approach the development of any software feature wise and assign separate agile teams for the development of each feature for efficient and time </a:t>
            </a:r>
          </a:p>
          <a:p>
            <a:endParaRPr lang="en-IN" dirty="0"/>
          </a:p>
        </p:txBody>
      </p:sp>
      <p:pic>
        <p:nvPicPr>
          <p:cNvPr id="3074" name="Picture 2" descr="Image result for feature driven developnment scrum roles picture">
            <a:extLst>
              <a:ext uri="{FF2B5EF4-FFF2-40B4-BE49-F238E27FC236}">
                <a16:creationId xmlns:a16="http://schemas.microsoft.com/office/drawing/2014/main" id="{1F3AD159-52D5-454E-90BF-5CAC52FA4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0537" y="1475876"/>
            <a:ext cx="4951463" cy="5480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441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4834D-E9DF-DA4B-AD98-3A71E70D20DD}"/>
              </a:ext>
            </a:extLst>
          </p:cNvPr>
          <p:cNvSpPr>
            <a:spLocks noGrp="1"/>
          </p:cNvSpPr>
          <p:nvPr>
            <p:ph type="title"/>
          </p:nvPr>
        </p:nvSpPr>
        <p:spPr/>
        <p:txBody>
          <a:bodyPr/>
          <a:lstStyle/>
          <a:p>
            <a:r>
              <a:rPr lang="en-US" dirty="0">
                <a:solidFill>
                  <a:schemeClr val="accent5">
                    <a:lumMod val="60000"/>
                    <a:lumOff val="40000"/>
                  </a:schemeClr>
                </a:solidFill>
              </a:rPr>
              <a:t>Key Concepts in FDD:-</a:t>
            </a:r>
            <a:endParaRPr lang="en-IN" dirty="0">
              <a:solidFill>
                <a:schemeClr val="accent5">
                  <a:lumMod val="60000"/>
                  <a:lumOff val="40000"/>
                </a:schemeClr>
              </a:solidFill>
            </a:endParaRPr>
          </a:p>
        </p:txBody>
      </p:sp>
      <p:sp>
        <p:nvSpPr>
          <p:cNvPr id="3" name="Content Placeholder 2">
            <a:extLst>
              <a:ext uri="{FF2B5EF4-FFF2-40B4-BE49-F238E27FC236}">
                <a16:creationId xmlns:a16="http://schemas.microsoft.com/office/drawing/2014/main" id="{60BE35E5-33BD-DFC1-DD46-FC9717C7772A}"/>
              </a:ext>
            </a:extLst>
          </p:cNvPr>
          <p:cNvSpPr>
            <a:spLocks noGrp="1"/>
          </p:cNvSpPr>
          <p:nvPr>
            <p:ph idx="1"/>
          </p:nvPr>
        </p:nvSpPr>
        <p:spPr>
          <a:xfrm>
            <a:off x="838200" y="1894451"/>
            <a:ext cx="4638368" cy="4351338"/>
          </a:xfrm>
        </p:spPr>
        <p:txBody>
          <a:bodyPr>
            <a:normAutofit fontScale="70000" lnSpcReduction="20000"/>
          </a:bodyPr>
          <a:lstStyle/>
          <a:p>
            <a:r>
              <a:rPr lang="en-US" dirty="0">
                <a:solidFill>
                  <a:schemeClr val="accent5">
                    <a:lumMod val="60000"/>
                    <a:lumOff val="40000"/>
                  </a:schemeClr>
                </a:solidFill>
              </a:rPr>
              <a:t>1.Feature:-A Feature is a piece of functionality of the software which is known to deliver some value to the stakeholders/users. They are the primary units of work in FDD and are derived from user requirements/stories.</a:t>
            </a:r>
          </a:p>
          <a:p>
            <a:pPr marL="0" indent="0">
              <a:buNone/>
            </a:pPr>
            <a:endParaRPr lang="en-US" dirty="0">
              <a:solidFill>
                <a:schemeClr val="accent5">
                  <a:lumMod val="60000"/>
                  <a:lumOff val="40000"/>
                </a:schemeClr>
              </a:solidFill>
            </a:endParaRPr>
          </a:p>
          <a:p>
            <a:r>
              <a:rPr lang="en-US" dirty="0">
                <a:solidFill>
                  <a:schemeClr val="accent5">
                    <a:lumMod val="60000"/>
                    <a:lumOff val="40000"/>
                  </a:schemeClr>
                </a:solidFill>
              </a:rPr>
              <a:t>2. Feature Set:- A Collection or set of Features that provide the complete functionality underlying within the software system.</a:t>
            </a:r>
          </a:p>
          <a:p>
            <a:endParaRPr lang="en-US" dirty="0">
              <a:solidFill>
                <a:schemeClr val="accent5">
                  <a:lumMod val="60000"/>
                  <a:lumOff val="40000"/>
                </a:schemeClr>
              </a:solidFill>
            </a:endParaRPr>
          </a:p>
          <a:p>
            <a:r>
              <a:rPr lang="en-US" dirty="0">
                <a:solidFill>
                  <a:schemeClr val="accent5">
                    <a:lumMod val="60000"/>
                    <a:lumOff val="40000"/>
                  </a:schemeClr>
                </a:solidFill>
              </a:rPr>
              <a:t>3.DOM(Domain Object Model):- It’s a visual diagrammatic representation of all the features and their relationship within the system. It helps  to identify features, organize development efforts.</a:t>
            </a:r>
          </a:p>
          <a:p>
            <a:endParaRPr lang="en-IN" dirty="0"/>
          </a:p>
        </p:txBody>
      </p:sp>
      <p:pic>
        <p:nvPicPr>
          <p:cNvPr id="4098" name="Picture 2">
            <a:extLst>
              <a:ext uri="{FF2B5EF4-FFF2-40B4-BE49-F238E27FC236}">
                <a16:creationId xmlns:a16="http://schemas.microsoft.com/office/drawing/2014/main" id="{EB17A03C-E556-77B4-225D-1D2A30E61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
            <a:ext cx="6096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009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7CF81-B3B7-715E-FA7D-B6D02357B81A}"/>
              </a:ext>
            </a:extLst>
          </p:cNvPr>
          <p:cNvSpPr>
            <a:spLocks noGrp="1"/>
          </p:cNvSpPr>
          <p:nvPr>
            <p:ph type="title"/>
          </p:nvPr>
        </p:nvSpPr>
        <p:spPr/>
        <p:txBody>
          <a:bodyPr/>
          <a:lstStyle/>
          <a:p>
            <a:r>
              <a:rPr lang="en-US" dirty="0">
                <a:solidFill>
                  <a:schemeClr val="accent5">
                    <a:lumMod val="60000"/>
                    <a:lumOff val="40000"/>
                  </a:schemeClr>
                </a:solidFill>
                <a:effectLst>
                  <a:outerShdw blurRad="38100" dist="38100" dir="2700000" algn="tl">
                    <a:srgbClr val="000000">
                      <a:alpha val="43137"/>
                    </a:srgbClr>
                  </a:outerShdw>
                </a:effectLst>
              </a:rPr>
              <a:t>Processes Included in FDD:-</a:t>
            </a:r>
            <a:endParaRPr lang="en-IN" dirty="0">
              <a:solidFill>
                <a:schemeClr val="accent5">
                  <a:lumMod val="60000"/>
                  <a:lumOff val="40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1469F5A6-A910-F807-851A-43A36054F948}"/>
              </a:ext>
            </a:extLst>
          </p:cNvPr>
          <p:cNvSpPr>
            <a:spLocks noGrp="1"/>
          </p:cNvSpPr>
          <p:nvPr>
            <p:ph idx="1"/>
          </p:nvPr>
        </p:nvSpPr>
        <p:spPr>
          <a:xfrm>
            <a:off x="838200" y="1825625"/>
            <a:ext cx="7096432" cy="4351338"/>
          </a:xfrm>
        </p:spPr>
        <p:txBody>
          <a:bodyPr>
            <a:normAutofit fontScale="85000" lnSpcReduction="20000"/>
          </a:bodyPr>
          <a:lstStyle/>
          <a:p>
            <a:r>
              <a:rPr lang="en-US" dirty="0">
                <a:solidFill>
                  <a:schemeClr val="accent5">
                    <a:lumMod val="60000"/>
                    <a:lumOff val="40000"/>
                  </a:schemeClr>
                </a:solidFill>
                <a:effectLst>
                  <a:outerShdw blurRad="38100" dist="38100" dir="2700000" algn="tl">
                    <a:srgbClr val="000000">
                      <a:alpha val="43137"/>
                    </a:srgbClr>
                  </a:outerShdw>
                </a:effectLst>
              </a:rPr>
              <a:t>FDD has five processes to help coordinate development of features:-</a:t>
            </a:r>
          </a:p>
          <a:p>
            <a:pPr marL="0" indent="0">
              <a:buNone/>
            </a:pPr>
            <a:r>
              <a:rPr lang="en-IN" dirty="0">
                <a:solidFill>
                  <a:schemeClr val="accent5">
                    <a:lumMod val="60000"/>
                    <a:lumOff val="40000"/>
                  </a:schemeClr>
                </a:solidFill>
                <a:effectLst>
                  <a:outerShdw blurRad="38100" dist="38100" dir="2700000" algn="tl">
                    <a:srgbClr val="000000">
                      <a:alpha val="43137"/>
                    </a:srgbClr>
                  </a:outerShdw>
                </a:effectLst>
              </a:rPr>
              <a:t>1.Develop the overall model:-Construct a high-level overview of the system’s features and their corresponding relationships</a:t>
            </a:r>
          </a:p>
          <a:p>
            <a:pPr marL="0" indent="0">
              <a:buNone/>
            </a:pPr>
            <a:r>
              <a:rPr lang="en-IN" dirty="0">
                <a:solidFill>
                  <a:schemeClr val="accent5">
                    <a:lumMod val="60000"/>
                    <a:lumOff val="40000"/>
                  </a:schemeClr>
                </a:solidFill>
                <a:effectLst>
                  <a:outerShdw blurRad="38100" dist="38100" dir="2700000" algn="tl">
                    <a:srgbClr val="000000">
                      <a:alpha val="43137"/>
                    </a:srgbClr>
                  </a:outerShdw>
                </a:effectLst>
              </a:rPr>
              <a:t>2.Build Feature List:- Develop the list of features and sort them by priority.(Mainly user requirements)</a:t>
            </a:r>
          </a:p>
          <a:p>
            <a:pPr marL="0" indent="0">
              <a:buNone/>
            </a:pPr>
            <a:r>
              <a:rPr lang="en-IN" dirty="0">
                <a:solidFill>
                  <a:schemeClr val="accent5">
                    <a:lumMod val="60000"/>
                    <a:lumOff val="40000"/>
                  </a:schemeClr>
                </a:solidFill>
                <a:effectLst>
                  <a:outerShdw blurRad="38100" dist="38100" dir="2700000" algn="tl">
                    <a:srgbClr val="000000">
                      <a:alpha val="43137"/>
                    </a:srgbClr>
                  </a:outerShdw>
                </a:effectLst>
              </a:rPr>
              <a:t>3.Plan by Feature:-Develop design plans for each feature specifically along with their implementation, testing.</a:t>
            </a:r>
          </a:p>
          <a:p>
            <a:pPr marL="0" indent="0">
              <a:buNone/>
            </a:pPr>
            <a:r>
              <a:rPr lang="en-IN" dirty="0">
                <a:solidFill>
                  <a:schemeClr val="accent5">
                    <a:lumMod val="60000"/>
                    <a:lumOff val="40000"/>
                  </a:schemeClr>
                </a:solidFill>
                <a:effectLst>
                  <a:outerShdw blurRad="38100" dist="38100" dir="2700000" algn="tl">
                    <a:srgbClr val="000000">
                      <a:alpha val="43137"/>
                    </a:srgbClr>
                  </a:outerShdw>
                </a:effectLst>
              </a:rPr>
              <a:t>4.Design by Feature:- Design/Implement the features incrementally, focusing on functionality.</a:t>
            </a:r>
          </a:p>
          <a:p>
            <a:pPr marL="0" indent="0">
              <a:buNone/>
            </a:pPr>
            <a:r>
              <a:rPr lang="en-IN" dirty="0">
                <a:solidFill>
                  <a:schemeClr val="accent5">
                    <a:lumMod val="60000"/>
                    <a:lumOff val="40000"/>
                  </a:schemeClr>
                </a:solidFill>
                <a:effectLst>
                  <a:outerShdw blurRad="38100" dist="38100" dir="2700000" algn="tl">
                    <a:srgbClr val="000000">
                      <a:alpha val="43137"/>
                    </a:srgbClr>
                  </a:outerShdw>
                </a:effectLst>
              </a:rPr>
              <a:t>5.Build by Feature:-  Develop features in small , quick increments, able to iterate to achieve desired outcome</a:t>
            </a:r>
          </a:p>
          <a:p>
            <a:pPr marL="0" indent="0">
              <a:buNone/>
            </a:pPr>
            <a:endParaRPr lang="en-IN" dirty="0"/>
          </a:p>
          <a:p>
            <a:pPr marL="0" indent="0">
              <a:buNone/>
            </a:pPr>
            <a:endParaRPr lang="en-IN" dirty="0"/>
          </a:p>
        </p:txBody>
      </p:sp>
      <p:pic>
        <p:nvPicPr>
          <p:cNvPr id="1026" name="Picture 2" descr="Image result for Feature Driven Developnment">
            <a:extLst>
              <a:ext uri="{FF2B5EF4-FFF2-40B4-BE49-F238E27FC236}">
                <a16:creationId xmlns:a16="http://schemas.microsoft.com/office/drawing/2014/main" id="{831E1117-36F5-1B43-6E82-E7723DBBEA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4632" y="0"/>
            <a:ext cx="4257368"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1219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03023-6DDB-3E4D-8A9A-31E8E1083BB9}"/>
              </a:ext>
            </a:extLst>
          </p:cNvPr>
          <p:cNvSpPr>
            <a:spLocks noGrp="1"/>
          </p:cNvSpPr>
          <p:nvPr>
            <p:ph type="title"/>
          </p:nvPr>
        </p:nvSpPr>
        <p:spPr/>
        <p:txBody>
          <a:bodyPr/>
          <a:lstStyle/>
          <a:p>
            <a:r>
              <a:rPr lang="en-US" dirty="0">
                <a:solidFill>
                  <a:schemeClr val="accent5">
                    <a:lumMod val="60000"/>
                    <a:lumOff val="40000"/>
                  </a:schemeClr>
                </a:solidFill>
              </a:rPr>
              <a:t>Practices in FDD:-</a:t>
            </a:r>
            <a:endParaRPr lang="en-IN" dirty="0">
              <a:solidFill>
                <a:schemeClr val="accent5">
                  <a:lumMod val="60000"/>
                  <a:lumOff val="40000"/>
                </a:schemeClr>
              </a:solidFill>
            </a:endParaRPr>
          </a:p>
        </p:txBody>
      </p:sp>
      <p:sp>
        <p:nvSpPr>
          <p:cNvPr id="3" name="Content Placeholder 2">
            <a:extLst>
              <a:ext uri="{FF2B5EF4-FFF2-40B4-BE49-F238E27FC236}">
                <a16:creationId xmlns:a16="http://schemas.microsoft.com/office/drawing/2014/main" id="{C10220F2-AFE0-19B0-5789-C1134DA15A3D}"/>
              </a:ext>
            </a:extLst>
          </p:cNvPr>
          <p:cNvSpPr>
            <a:spLocks noGrp="1"/>
          </p:cNvSpPr>
          <p:nvPr>
            <p:ph idx="1"/>
          </p:nvPr>
        </p:nvSpPr>
        <p:spPr>
          <a:xfrm>
            <a:off x="838200" y="1825625"/>
            <a:ext cx="3733800" cy="4351338"/>
          </a:xfrm>
        </p:spPr>
        <p:txBody>
          <a:bodyPr>
            <a:noAutofit/>
          </a:bodyPr>
          <a:lstStyle/>
          <a:p>
            <a:r>
              <a:rPr lang="en-US" sz="1600" dirty="0">
                <a:solidFill>
                  <a:schemeClr val="accent5">
                    <a:lumMod val="40000"/>
                    <a:lumOff val="60000"/>
                  </a:schemeClr>
                </a:solidFill>
                <a:effectLst>
                  <a:outerShdw blurRad="38100" dist="38100" dir="2700000" algn="tl">
                    <a:srgbClr val="000000">
                      <a:alpha val="43137"/>
                    </a:srgbClr>
                  </a:outerShdw>
                </a:effectLst>
              </a:rPr>
              <a:t>Here are the practices involved in Feature Driven Development:-</a:t>
            </a:r>
          </a:p>
          <a:p>
            <a:pPr marL="0" indent="0">
              <a:buNone/>
            </a:pPr>
            <a:endParaRPr lang="en-US" sz="1600" dirty="0">
              <a:solidFill>
                <a:schemeClr val="accent5">
                  <a:lumMod val="40000"/>
                  <a:lumOff val="60000"/>
                </a:schemeClr>
              </a:solidFill>
              <a:effectLst>
                <a:outerShdw blurRad="38100" dist="38100" dir="2700000" algn="tl">
                  <a:srgbClr val="000000">
                    <a:alpha val="43137"/>
                  </a:srgbClr>
                </a:outerShdw>
              </a:effectLst>
            </a:endParaRPr>
          </a:p>
          <a:p>
            <a:pPr marL="0" indent="0">
              <a:buNone/>
            </a:pPr>
            <a:r>
              <a:rPr lang="en-US" sz="1600" dirty="0">
                <a:solidFill>
                  <a:schemeClr val="accent5">
                    <a:lumMod val="40000"/>
                    <a:lumOff val="60000"/>
                  </a:schemeClr>
                </a:solidFill>
                <a:effectLst>
                  <a:outerShdw blurRad="38100" dist="38100" dir="2700000" algn="tl">
                    <a:srgbClr val="000000">
                      <a:alpha val="43137"/>
                    </a:srgbClr>
                  </a:outerShdw>
                </a:effectLst>
              </a:rPr>
              <a:t>1.Domain Object Modelling:- The FDD process begins with the development of a Domain Object Model(DOM)(Explained above).</a:t>
            </a:r>
          </a:p>
          <a:p>
            <a:pPr marL="0" indent="0">
              <a:buNone/>
            </a:pPr>
            <a:endParaRPr lang="en-US" sz="1600" dirty="0">
              <a:solidFill>
                <a:schemeClr val="accent5">
                  <a:lumMod val="40000"/>
                  <a:lumOff val="60000"/>
                </a:schemeClr>
              </a:solidFill>
              <a:effectLst>
                <a:outerShdw blurRad="38100" dist="38100" dir="2700000" algn="tl">
                  <a:srgbClr val="000000">
                    <a:alpha val="43137"/>
                  </a:srgbClr>
                </a:outerShdw>
              </a:effectLst>
            </a:endParaRPr>
          </a:p>
          <a:p>
            <a:pPr marL="0" indent="0">
              <a:buNone/>
            </a:pPr>
            <a:r>
              <a:rPr lang="en-US" sz="1600" dirty="0">
                <a:solidFill>
                  <a:schemeClr val="accent5">
                    <a:lumMod val="40000"/>
                    <a:lumOff val="60000"/>
                  </a:schemeClr>
                </a:solidFill>
                <a:effectLst>
                  <a:outerShdw blurRad="38100" dist="38100" dir="2700000" algn="tl">
                    <a:srgbClr val="000000">
                      <a:alpha val="43137"/>
                    </a:srgbClr>
                  </a:outerShdw>
                </a:effectLst>
              </a:rPr>
              <a:t>2. Feature List:-Then the corresponding development team collaborates with stakeholders to create a feature list(Explained above).</a:t>
            </a:r>
          </a:p>
          <a:p>
            <a:pPr marL="0" indent="0">
              <a:buNone/>
            </a:pPr>
            <a:endParaRPr lang="en-US" sz="1600" dirty="0">
              <a:solidFill>
                <a:schemeClr val="accent5">
                  <a:lumMod val="40000"/>
                  <a:lumOff val="60000"/>
                </a:schemeClr>
              </a:solidFill>
              <a:effectLst>
                <a:outerShdw blurRad="38100" dist="38100" dir="2700000" algn="tl">
                  <a:srgbClr val="000000">
                    <a:alpha val="43137"/>
                  </a:srgbClr>
                </a:outerShdw>
              </a:effectLst>
            </a:endParaRPr>
          </a:p>
          <a:p>
            <a:pPr marL="0" indent="0">
              <a:buNone/>
            </a:pPr>
            <a:r>
              <a:rPr lang="en-US" sz="1600" dirty="0">
                <a:solidFill>
                  <a:schemeClr val="accent5">
                    <a:lumMod val="40000"/>
                    <a:lumOff val="60000"/>
                  </a:schemeClr>
                </a:solidFill>
                <a:effectLst>
                  <a:outerShdw blurRad="38100" dist="38100" dir="2700000" algn="tl">
                    <a:srgbClr val="000000">
                      <a:alpha val="43137"/>
                    </a:srgbClr>
                  </a:outerShdw>
                </a:effectLst>
              </a:rPr>
              <a:t>3.Incremental Development:-Here, Features are developed in an incremental manner in small ,manageable chunks. This allows for rapid/continuous improvement , feedback , etc.</a:t>
            </a:r>
            <a:endParaRPr lang="en-IN" sz="1600" dirty="0">
              <a:solidFill>
                <a:schemeClr val="accent5">
                  <a:lumMod val="40000"/>
                  <a:lumOff val="60000"/>
                </a:schemeClr>
              </a:solidFill>
              <a:effectLst>
                <a:outerShdw blurRad="38100" dist="38100" dir="2700000" algn="tl">
                  <a:srgbClr val="000000">
                    <a:alpha val="43137"/>
                  </a:srgbClr>
                </a:outerShdw>
              </a:effectLst>
            </a:endParaRPr>
          </a:p>
        </p:txBody>
      </p:sp>
      <p:pic>
        <p:nvPicPr>
          <p:cNvPr id="5122" name="Picture 2" descr="Free Product Management Resource Collection">
            <a:extLst>
              <a:ext uri="{FF2B5EF4-FFF2-40B4-BE49-F238E27FC236}">
                <a16:creationId xmlns:a16="http://schemas.microsoft.com/office/drawing/2014/main" id="{F6FF5852-A47F-2A7A-F4F9-1177042C70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6406"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415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C9F2C3-F863-046A-F490-FFE5A4D85F6A}"/>
              </a:ext>
            </a:extLst>
          </p:cNvPr>
          <p:cNvSpPr>
            <a:spLocks noGrp="1"/>
          </p:cNvSpPr>
          <p:nvPr>
            <p:ph idx="1"/>
          </p:nvPr>
        </p:nvSpPr>
        <p:spPr>
          <a:xfrm>
            <a:off x="838200" y="816429"/>
            <a:ext cx="3782961" cy="5029200"/>
          </a:xfrm>
        </p:spPr>
        <p:txBody>
          <a:bodyPr>
            <a:noAutofit/>
          </a:bodyPr>
          <a:lstStyle/>
          <a:p>
            <a:pPr marL="0" indent="0">
              <a:buNone/>
            </a:pPr>
            <a:r>
              <a:rPr lang="en-US" sz="1600" dirty="0">
                <a:solidFill>
                  <a:schemeClr val="accent5">
                    <a:lumMod val="60000"/>
                    <a:lumOff val="40000"/>
                  </a:schemeClr>
                </a:solidFill>
                <a:effectLst>
                  <a:outerShdw blurRad="38100" dist="38100" dir="2700000" algn="tl">
                    <a:srgbClr val="000000">
                      <a:alpha val="43137"/>
                    </a:srgbClr>
                  </a:outerShdw>
                </a:effectLst>
              </a:rPr>
              <a:t>4.Regular Builds and Releases:- FDD helps in building rapid prototype models/builds to ensure that the developed features are integrated and tested continuously to ensure efficient integration and effective functionality.</a:t>
            </a:r>
          </a:p>
          <a:p>
            <a:pPr marL="0" indent="0">
              <a:buNone/>
            </a:pPr>
            <a:endParaRPr lang="en-US" sz="1600" dirty="0">
              <a:solidFill>
                <a:schemeClr val="accent5">
                  <a:lumMod val="60000"/>
                  <a:lumOff val="40000"/>
                </a:schemeClr>
              </a:solidFill>
              <a:effectLst>
                <a:outerShdw blurRad="38100" dist="38100" dir="2700000" algn="tl">
                  <a:srgbClr val="000000">
                    <a:alpha val="43137"/>
                  </a:srgbClr>
                </a:outerShdw>
              </a:effectLst>
            </a:endParaRPr>
          </a:p>
          <a:p>
            <a:pPr marL="0" indent="0">
              <a:buNone/>
            </a:pPr>
            <a:endParaRPr lang="en-US" sz="1600" dirty="0">
              <a:solidFill>
                <a:schemeClr val="accent5">
                  <a:lumMod val="60000"/>
                  <a:lumOff val="40000"/>
                </a:schemeClr>
              </a:solidFill>
              <a:effectLst>
                <a:outerShdw blurRad="38100" dist="38100" dir="2700000" algn="tl">
                  <a:srgbClr val="000000">
                    <a:alpha val="43137"/>
                  </a:srgbClr>
                </a:outerShdw>
              </a:effectLst>
            </a:endParaRPr>
          </a:p>
          <a:p>
            <a:pPr marL="0" indent="0">
              <a:buNone/>
            </a:pPr>
            <a:r>
              <a:rPr lang="en-US" sz="1600" dirty="0">
                <a:solidFill>
                  <a:schemeClr val="accent5">
                    <a:lumMod val="60000"/>
                    <a:lumOff val="40000"/>
                  </a:schemeClr>
                </a:solidFill>
                <a:effectLst>
                  <a:outerShdw blurRad="38100" dist="38100" dir="2700000" algn="tl">
                    <a:srgbClr val="000000">
                      <a:alpha val="43137"/>
                    </a:srgbClr>
                  </a:outerShdw>
                </a:effectLst>
              </a:rPr>
              <a:t>5.Feature Teams:- FDD organizes development efforts into Feature teams, with each team responsible for developing features or a set of features. Feature teams are cross-functional ,  self-organizing teams that collaborate closely to achieve their goals. </a:t>
            </a:r>
          </a:p>
          <a:p>
            <a:pPr marL="0" indent="0">
              <a:buNone/>
            </a:pPr>
            <a:endParaRPr lang="en-US" sz="1600" dirty="0">
              <a:solidFill>
                <a:schemeClr val="accent5">
                  <a:lumMod val="60000"/>
                  <a:lumOff val="40000"/>
                </a:schemeClr>
              </a:solidFill>
              <a:effectLst>
                <a:outerShdw blurRad="38100" dist="38100" dir="2700000" algn="tl">
                  <a:srgbClr val="000000">
                    <a:alpha val="43137"/>
                  </a:srgbClr>
                </a:outerShdw>
              </a:effectLst>
            </a:endParaRPr>
          </a:p>
          <a:p>
            <a:pPr marL="0" indent="0">
              <a:buNone/>
            </a:pPr>
            <a:endParaRPr lang="en-US" sz="1600" dirty="0">
              <a:solidFill>
                <a:schemeClr val="accent5">
                  <a:lumMod val="60000"/>
                  <a:lumOff val="40000"/>
                </a:schemeClr>
              </a:solidFill>
              <a:effectLst>
                <a:outerShdw blurRad="38100" dist="38100" dir="2700000" algn="tl">
                  <a:srgbClr val="000000">
                    <a:alpha val="43137"/>
                  </a:srgbClr>
                </a:outerShdw>
              </a:effectLst>
            </a:endParaRPr>
          </a:p>
          <a:p>
            <a:pPr marL="0" indent="0">
              <a:buNone/>
            </a:pPr>
            <a:r>
              <a:rPr lang="en-US" sz="1600" dirty="0">
                <a:solidFill>
                  <a:schemeClr val="accent5">
                    <a:lumMod val="60000"/>
                    <a:lumOff val="40000"/>
                  </a:schemeClr>
                </a:solidFill>
                <a:effectLst>
                  <a:outerShdw blurRad="38100" dist="38100" dir="2700000" algn="tl">
                    <a:srgbClr val="000000">
                      <a:alpha val="43137"/>
                    </a:srgbClr>
                  </a:outerShdw>
                </a:effectLst>
              </a:rPr>
              <a:t>6.Inspections and Reviews:-It prioritizes inspections and reviews to make sure the developed features meet the performance and quality standards and delivers it’s intended value.</a:t>
            </a:r>
            <a:endParaRPr lang="en-IN" sz="1600" dirty="0">
              <a:solidFill>
                <a:schemeClr val="accent5">
                  <a:lumMod val="60000"/>
                  <a:lumOff val="40000"/>
                </a:schemeClr>
              </a:solidFill>
              <a:effectLst>
                <a:outerShdw blurRad="38100" dist="38100" dir="2700000" algn="tl">
                  <a:srgbClr val="000000">
                    <a:alpha val="43137"/>
                  </a:srgbClr>
                </a:outerShdw>
              </a:effectLst>
            </a:endParaRPr>
          </a:p>
        </p:txBody>
      </p:sp>
      <p:pic>
        <p:nvPicPr>
          <p:cNvPr id="6146" name="Picture 2" descr="Free Product Management Resource Collection">
            <a:extLst>
              <a:ext uri="{FF2B5EF4-FFF2-40B4-BE49-F238E27FC236}">
                <a16:creationId xmlns:a16="http://schemas.microsoft.com/office/drawing/2014/main" id="{3E650ADC-9439-B36E-9B9C-DE4B5DCE13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6071"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611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24A091-7DCA-9240-348B-9ABEA29BE33A}"/>
              </a:ext>
            </a:extLst>
          </p:cNvPr>
          <p:cNvSpPr>
            <a:spLocks noGrp="1"/>
          </p:cNvSpPr>
          <p:nvPr>
            <p:ph idx="1"/>
          </p:nvPr>
        </p:nvSpPr>
        <p:spPr>
          <a:xfrm>
            <a:off x="838200" y="538843"/>
            <a:ext cx="4441723" cy="5638120"/>
          </a:xfrm>
        </p:spPr>
        <p:txBody>
          <a:bodyPr>
            <a:normAutofit fontScale="77500" lnSpcReduction="20000"/>
          </a:bodyPr>
          <a:lstStyle/>
          <a:p>
            <a:pPr marL="0" indent="0">
              <a:buNone/>
            </a:pPr>
            <a:r>
              <a:rPr lang="en-US" dirty="0">
                <a:solidFill>
                  <a:schemeClr val="accent5">
                    <a:lumMod val="60000"/>
                    <a:lumOff val="40000"/>
                  </a:schemeClr>
                </a:solidFill>
                <a:effectLst>
                  <a:outerShdw blurRad="38100" dist="38100" dir="2700000" algn="tl">
                    <a:srgbClr val="000000">
                      <a:alpha val="43137"/>
                    </a:srgbClr>
                  </a:outerShdw>
                </a:effectLst>
              </a:rPr>
              <a:t>7.Metrics and Reporting:- FDD makes use of metrics to report/track progress, identify problems, and make data-driven choices. Common metrics are completion rate , cycle time, etc.</a:t>
            </a:r>
          </a:p>
          <a:p>
            <a:pPr marL="0" indent="0">
              <a:buNone/>
            </a:pPr>
            <a:endParaRPr lang="en-US" dirty="0">
              <a:solidFill>
                <a:schemeClr val="accent5">
                  <a:lumMod val="60000"/>
                  <a:lumOff val="40000"/>
                </a:schemeClr>
              </a:solidFill>
              <a:effectLst>
                <a:outerShdw blurRad="38100" dist="38100" dir="2700000" algn="tl">
                  <a:srgbClr val="000000">
                    <a:alpha val="43137"/>
                  </a:srgbClr>
                </a:outerShdw>
              </a:effectLst>
            </a:endParaRPr>
          </a:p>
          <a:p>
            <a:pPr marL="0" indent="0">
              <a:buNone/>
            </a:pPr>
            <a:r>
              <a:rPr lang="en-US" dirty="0">
                <a:solidFill>
                  <a:schemeClr val="accent5">
                    <a:lumMod val="60000"/>
                    <a:lumOff val="40000"/>
                  </a:schemeClr>
                </a:solidFill>
                <a:effectLst>
                  <a:outerShdw blurRad="38100" dist="38100" dir="2700000" algn="tl">
                    <a:srgbClr val="000000">
                      <a:alpha val="43137"/>
                    </a:srgbClr>
                  </a:outerShdw>
                </a:effectLst>
              </a:rPr>
              <a:t>Conclusion:-</a:t>
            </a:r>
          </a:p>
          <a:p>
            <a:pPr marL="0" indent="0">
              <a:buNone/>
            </a:pPr>
            <a:endParaRPr lang="en-US" dirty="0">
              <a:solidFill>
                <a:schemeClr val="accent5">
                  <a:lumMod val="60000"/>
                  <a:lumOff val="40000"/>
                </a:schemeClr>
              </a:solidFill>
              <a:effectLst>
                <a:outerShdw blurRad="38100" dist="38100" dir="2700000" algn="tl">
                  <a:srgbClr val="000000">
                    <a:alpha val="43137"/>
                  </a:srgbClr>
                </a:outerShdw>
              </a:effectLst>
            </a:endParaRPr>
          </a:p>
          <a:p>
            <a:pPr marL="0" indent="0">
              <a:buNone/>
            </a:pPr>
            <a:r>
              <a:rPr lang="en-US" dirty="0">
                <a:solidFill>
                  <a:schemeClr val="accent5">
                    <a:lumMod val="60000"/>
                    <a:lumOff val="40000"/>
                  </a:schemeClr>
                </a:solidFill>
                <a:effectLst>
                  <a:outerShdw blurRad="38100" dist="38100" dir="2700000" algn="tl">
                    <a:srgbClr val="000000">
                      <a:alpha val="43137"/>
                    </a:srgbClr>
                  </a:outerShdw>
                </a:effectLst>
              </a:rPr>
              <a:t>Hence FDD(Feature Driven Development) provides a effective, structured approach, focused on delivering value incrementally. It maintains complexity and high quality throughout the development lifecycle by prioritizing collaboration, iterative development, and continuous improvement. It helps to build software that meets customers needs and can adapt to changing requirements.</a:t>
            </a:r>
          </a:p>
        </p:txBody>
      </p:sp>
      <p:pic>
        <p:nvPicPr>
          <p:cNvPr id="4" name="Picture 2" descr="Free Product Management Resource Collection">
            <a:extLst>
              <a:ext uri="{FF2B5EF4-FFF2-40B4-BE49-F238E27FC236}">
                <a16:creationId xmlns:a16="http://schemas.microsoft.com/office/drawing/2014/main" id="{FD557D61-C6C1-07E1-E75B-B6ED0F220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9923"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232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939FC-35B0-B6F4-37E8-6BE2FF28238E}"/>
              </a:ext>
            </a:extLst>
          </p:cNvPr>
          <p:cNvSpPr>
            <a:spLocks noGrp="1"/>
          </p:cNvSpPr>
          <p:nvPr>
            <p:ph type="title"/>
          </p:nvPr>
        </p:nvSpPr>
        <p:spPr/>
        <p:txBody>
          <a:bodyPr/>
          <a:lstStyle/>
          <a:p>
            <a:r>
              <a:rPr lang="en-US" dirty="0">
                <a:solidFill>
                  <a:schemeClr val="accent4">
                    <a:lumMod val="60000"/>
                    <a:lumOff val="40000"/>
                  </a:schemeClr>
                </a:solidFill>
                <a:effectLst>
                  <a:outerShdw blurRad="38100" dist="38100" dir="2700000" algn="tl">
                    <a:srgbClr val="000000">
                      <a:alpha val="43137"/>
                    </a:srgbClr>
                  </a:outerShdw>
                </a:effectLst>
              </a:rPr>
              <a:t>Scrum Roles:-</a:t>
            </a:r>
            <a:endParaRPr lang="en-IN" dirty="0">
              <a:solidFill>
                <a:schemeClr val="accent4">
                  <a:lumMod val="60000"/>
                  <a:lumOff val="40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67DF7AC0-E225-548E-4D29-475206EA115D}"/>
              </a:ext>
            </a:extLst>
          </p:cNvPr>
          <p:cNvSpPr>
            <a:spLocks noGrp="1"/>
          </p:cNvSpPr>
          <p:nvPr>
            <p:ph idx="1"/>
          </p:nvPr>
        </p:nvSpPr>
        <p:spPr/>
        <p:txBody>
          <a:bodyPr/>
          <a:lstStyle/>
          <a:p>
            <a:r>
              <a:rPr lang="en-US" dirty="0">
                <a:solidFill>
                  <a:schemeClr val="accent4">
                    <a:lumMod val="60000"/>
                    <a:lumOff val="40000"/>
                  </a:schemeClr>
                </a:solidFill>
                <a:effectLst>
                  <a:outerShdw blurRad="38100" dist="38100" dir="2700000" algn="tl">
                    <a:srgbClr val="000000">
                      <a:alpha val="43137"/>
                    </a:srgbClr>
                  </a:outerShdw>
                </a:effectLst>
              </a:rPr>
              <a:t>There are three main roles in the Scrum Team that ensure the efficient implantation of Scrum practices and ensures success of the project:-</a:t>
            </a:r>
          </a:p>
          <a:p>
            <a:endParaRPr lang="en-US" dirty="0">
              <a:solidFill>
                <a:schemeClr val="accent4">
                  <a:lumMod val="60000"/>
                  <a:lumOff val="40000"/>
                </a:schemeClr>
              </a:solidFill>
              <a:effectLst>
                <a:outerShdw blurRad="38100" dist="38100" dir="2700000" algn="tl">
                  <a:srgbClr val="000000">
                    <a:alpha val="43137"/>
                  </a:srgbClr>
                </a:outerShdw>
              </a:effectLst>
            </a:endParaRPr>
          </a:p>
          <a:p>
            <a:pPr marL="0" indent="0">
              <a:buNone/>
            </a:pPr>
            <a:r>
              <a:rPr lang="en-US" dirty="0">
                <a:solidFill>
                  <a:schemeClr val="accent4">
                    <a:lumMod val="60000"/>
                    <a:lumOff val="40000"/>
                  </a:schemeClr>
                </a:solidFill>
                <a:effectLst>
                  <a:outerShdw blurRad="38100" dist="38100" dir="2700000" algn="tl">
                    <a:srgbClr val="000000">
                      <a:alpha val="43137"/>
                    </a:srgbClr>
                  </a:outerShdw>
                </a:effectLst>
              </a:rPr>
              <a:t>1.Product Owner</a:t>
            </a:r>
          </a:p>
          <a:p>
            <a:pPr marL="0" indent="0">
              <a:buNone/>
            </a:pPr>
            <a:endParaRPr lang="en-IN" dirty="0">
              <a:solidFill>
                <a:schemeClr val="accent4">
                  <a:lumMod val="60000"/>
                  <a:lumOff val="40000"/>
                </a:schemeClr>
              </a:solidFill>
              <a:effectLst>
                <a:outerShdw blurRad="38100" dist="38100" dir="2700000" algn="tl">
                  <a:srgbClr val="000000">
                    <a:alpha val="43137"/>
                  </a:srgbClr>
                </a:outerShdw>
              </a:effectLst>
            </a:endParaRPr>
          </a:p>
          <a:p>
            <a:pPr marL="0" indent="0">
              <a:buNone/>
            </a:pPr>
            <a:r>
              <a:rPr lang="en-IN" dirty="0">
                <a:solidFill>
                  <a:schemeClr val="accent4">
                    <a:lumMod val="60000"/>
                    <a:lumOff val="40000"/>
                  </a:schemeClr>
                </a:solidFill>
                <a:effectLst>
                  <a:outerShdw blurRad="38100" dist="38100" dir="2700000" algn="tl">
                    <a:srgbClr val="000000">
                      <a:alpha val="43137"/>
                    </a:srgbClr>
                  </a:outerShdw>
                </a:effectLst>
              </a:rPr>
              <a:t>2. Scrum Master</a:t>
            </a:r>
          </a:p>
          <a:p>
            <a:pPr marL="0" indent="0">
              <a:buNone/>
            </a:pPr>
            <a:endParaRPr lang="en-IN" dirty="0">
              <a:solidFill>
                <a:schemeClr val="accent4">
                  <a:lumMod val="60000"/>
                  <a:lumOff val="40000"/>
                </a:schemeClr>
              </a:solidFill>
              <a:effectLst>
                <a:outerShdw blurRad="38100" dist="38100" dir="2700000" algn="tl">
                  <a:srgbClr val="000000">
                    <a:alpha val="43137"/>
                  </a:srgbClr>
                </a:outerShdw>
              </a:effectLst>
            </a:endParaRPr>
          </a:p>
          <a:p>
            <a:pPr marL="0" indent="0">
              <a:buNone/>
            </a:pPr>
            <a:r>
              <a:rPr lang="en-IN" dirty="0">
                <a:solidFill>
                  <a:schemeClr val="accent4">
                    <a:lumMod val="60000"/>
                    <a:lumOff val="40000"/>
                  </a:schemeClr>
                </a:solidFill>
                <a:effectLst>
                  <a:outerShdw blurRad="38100" dist="38100" dir="2700000" algn="tl">
                    <a:srgbClr val="000000">
                      <a:alpha val="43137"/>
                    </a:srgbClr>
                  </a:outerShdw>
                </a:effectLst>
              </a:rPr>
              <a:t>3.Scrum Team</a:t>
            </a:r>
            <a:endParaRPr lang="en-US" dirty="0">
              <a:solidFill>
                <a:schemeClr val="accent4">
                  <a:lumMod val="60000"/>
                  <a:lumOff val="40000"/>
                </a:schemeClr>
              </a:solidFill>
              <a:effectLst>
                <a:outerShdw blurRad="38100" dist="38100" dir="2700000" algn="tl">
                  <a:srgbClr val="000000">
                    <a:alpha val="43137"/>
                  </a:srgbClr>
                </a:outerShdw>
              </a:effectLst>
            </a:endParaRPr>
          </a:p>
        </p:txBody>
      </p:sp>
      <p:pic>
        <p:nvPicPr>
          <p:cNvPr id="7170" name="Picture 2" descr="Image result for Scrum roles product owner scrum master scrum team">
            <a:extLst>
              <a:ext uri="{FF2B5EF4-FFF2-40B4-BE49-F238E27FC236}">
                <a16:creationId xmlns:a16="http://schemas.microsoft.com/office/drawing/2014/main" id="{701F26AA-797C-06D6-F687-3E8751B5E2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9548" y="2915265"/>
            <a:ext cx="8062452" cy="3942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216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FC7324E0-4AE9-B209-9156-C1E0C7142FDA}"/>
                  </a:ext>
                </a:extLst>
              </p:cNvPr>
              <p:cNvGraphicFramePr>
                <a:graphicFrameLocks noChangeAspect="1"/>
              </p:cNvGraphicFramePr>
              <p:nvPr>
                <p:extLst>
                  <p:ext uri="{D42A27DB-BD31-4B8C-83A1-F6EECF244321}">
                    <p14:modId xmlns:p14="http://schemas.microsoft.com/office/powerpoint/2010/main" val="920285232"/>
                  </p:ext>
                </p:extLst>
              </p:nvPr>
            </p:nvGraphicFramePr>
            <p:xfrm>
              <a:off x="-194186" y="2927367"/>
              <a:ext cx="6312309" cy="1847670"/>
            </p:xfrm>
            <a:graphic>
              <a:graphicData uri="http://schemas.microsoft.com/office/powerpoint/2016/slidezoom">
                <pslz:sldZm>
                  <pslz:sldZmObj sldId="266" cId="546920788">
                    <pslz:zmPr id="{FEA2595A-223B-46EB-9317-0667C64BFE8F}" returnToParent="0" transitionDur="1000">
                      <p166:blipFill xmlns:p166="http://schemas.microsoft.com/office/powerpoint/2016/6/main">
                        <a:blip r:embed="rId2"/>
                        <a:stretch>
                          <a:fillRect/>
                        </a:stretch>
                      </p166:blipFill>
                      <p166:spPr xmlns:p166="http://schemas.microsoft.com/office/powerpoint/2016/6/main">
                        <a:xfrm>
                          <a:off x="0" y="0"/>
                          <a:ext cx="6312309" cy="184767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FC7324E0-4AE9-B209-9156-C1E0C7142FDA}"/>
                  </a:ext>
                </a:extLst>
              </p:cNvPr>
              <p:cNvPicPr>
                <a:picLocks noGrp="1" noRot="1" noChangeAspect="1" noMove="1" noResize="1" noEditPoints="1" noAdjustHandles="1" noChangeArrowheads="1" noChangeShapeType="1"/>
              </p:cNvPicPr>
              <p:nvPr/>
            </p:nvPicPr>
            <p:blipFill>
              <a:blip r:embed="rId3"/>
              <a:stretch>
                <a:fillRect/>
              </a:stretch>
            </p:blipFill>
            <p:spPr>
              <a:xfrm>
                <a:off x="-194186" y="2927367"/>
                <a:ext cx="6312309" cy="184767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7189F36F-1377-10A4-3FD1-0E0208A47B3E}"/>
                  </a:ext>
                </a:extLst>
              </p:cNvPr>
              <p:cNvGraphicFramePr>
                <a:graphicFrameLocks noChangeAspect="1"/>
              </p:cNvGraphicFramePr>
              <p:nvPr>
                <p:extLst>
                  <p:ext uri="{D42A27DB-BD31-4B8C-83A1-F6EECF244321}">
                    <p14:modId xmlns:p14="http://schemas.microsoft.com/office/powerpoint/2010/main" val="1601592723"/>
                  </p:ext>
                </p:extLst>
              </p:nvPr>
            </p:nvGraphicFramePr>
            <p:xfrm>
              <a:off x="5781367" y="1008616"/>
              <a:ext cx="6312309" cy="1843908"/>
            </p:xfrm>
            <a:graphic>
              <a:graphicData uri="http://schemas.microsoft.com/office/powerpoint/2016/slidezoom">
                <pslz:sldZm>
                  <pslz:sldZmObj sldId="265" cId="2394416380">
                    <pslz:zmPr id="{12A6371E-F583-4F00-8346-5899CC15F9BC}" returnToParent="0" transitionDur="1000">
                      <p166:blipFill xmlns:p166="http://schemas.microsoft.com/office/powerpoint/2016/6/main">
                        <a:blip r:embed="rId4"/>
                        <a:stretch>
                          <a:fillRect/>
                        </a:stretch>
                      </p166:blipFill>
                      <p166:spPr xmlns:p166="http://schemas.microsoft.com/office/powerpoint/2016/6/main">
                        <a:xfrm>
                          <a:off x="0" y="0"/>
                          <a:ext cx="6312309" cy="1843908"/>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7189F36F-1377-10A4-3FD1-0E0208A47B3E}"/>
                  </a:ext>
                </a:extLst>
              </p:cNvPr>
              <p:cNvPicPr>
                <a:picLocks noGrp="1" noRot="1" noChangeAspect="1" noMove="1" noResize="1" noEditPoints="1" noAdjustHandles="1" noChangeArrowheads="1" noChangeShapeType="1"/>
              </p:cNvPicPr>
              <p:nvPr/>
            </p:nvPicPr>
            <p:blipFill>
              <a:blip r:embed="rId5"/>
              <a:stretch>
                <a:fillRect/>
              </a:stretch>
            </p:blipFill>
            <p:spPr>
              <a:xfrm>
                <a:off x="5781367" y="1008616"/>
                <a:ext cx="6312309" cy="184390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031E371F-C9B6-49ED-E053-9978C9963252}"/>
                  </a:ext>
                </a:extLst>
              </p:cNvPr>
              <p:cNvGraphicFramePr>
                <a:graphicFrameLocks noChangeAspect="1"/>
              </p:cNvGraphicFramePr>
              <p:nvPr>
                <p:extLst>
                  <p:ext uri="{D42A27DB-BD31-4B8C-83A1-F6EECF244321}">
                    <p14:modId xmlns:p14="http://schemas.microsoft.com/office/powerpoint/2010/main" val="3545840341"/>
                  </p:ext>
                </p:extLst>
              </p:nvPr>
            </p:nvGraphicFramePr>
            <p:xfrm>
              <a:off x="5879691" y="4992134"/>
              <a:ext cx="6312309" cy="1714500"/>
            </p:xfrm>
            <a:graphic>
              <a:graphicData uri="http://schemas.microsoft.com/office/powerpoint/2016/slidezoom">
                <pslz:sldZm>
                  <pslz:sldZmObj sldId="267" cId="1861388656">
                    <pslz:zmPr id="{43ECA39F-664A-4BD1-89C2-AD2556445F89}" returnToParent="0" transitionDur="1000">
                      <p166:blipFill xmlns:p166="http://schemas.microsoft.com/office/powerpoint/2016/6/main">
                        <a:blip r:embed="rId6"/>
                        <a:stretch>
                          <a:fillRect/>
                        </a:stretch>
                      </p166:blipFill>
                      <p166:spPr xmlns:p166="http://schemas.microsoft.com/office/powerpoint/2016/6/main">
                        <a:xfrm>
                          <a:off x="0" y="0"/>
                          <a:ext cx="6312309" cy="17145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031E371F-C9B6-49ED-E053-9978C9963252}"/>
                  </a:ext>
                </a:extLst>
              </p:cNvPr>
              <p:cNvPicPr>
                <a:picLocks noGrp="1" noRot="1" noChangeAspect="1" noMove="1" noResize="1" noEditPoints="1" noAdjustHandles="1" noChangeArrowheads="1" noChangeShapeType="1"/>
              </p:cNvPicPr>
              <p:nvPr/>
            </p:nvPicPr>
            <p:blipFill>
              <a:blip r:embed="rId7"/>
              <a:stretch>
                <a:fillRect/>
              </a:stretch>
            </p:blipFill>
            <p:spPr>
              <a:xfrm>
                <a:off x="5879691" y="4992134"/>
                <a:ext cx="6312309" cy="1714500"/>
              </a:xfrm>
              <a:prstGeom prst="rect">
                <a:avLst/>
              </a:prstGeom>
              <a:ln w="3175">
                <a:solidFill>
                  <a:prstClr val="ltGray"/>
                </a:solidFill>
              </a:ln>
            </p:spPr>
          </p:pic>
        </mc:Fallback>
      </mc:AlternateContent>
      <p:sp>
        <p:nvSpPr>
          <p:cNvPr id="10" name="Rectangle: Rounded Corners 9">
            <a:extLst>
              <a:ext uri="{FF2B5EF4-FFF2-40B4-BE49-F238E27FC236}">
                <a16:creationId xmlns:a16="http://schemas.microsoft.com/office/drawing/2014/main" id="{8C779691-5B4E-C6D6-535F-26B3F69D0CF3}"/>
              </a:ext>
            </a:extLst>
          </p:cNvPr>
          <p:cNvSpPr/>
          <p:nvPr/>
        </p:nvSpPr>
        <p:spPr>
          <a:xfrm>
            <a:off x="22123" y="68686"/>
            <a:ext cx="12192000" cy="771210"/>
          </a:xfrm>
          <a:prstGeom prst="round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600" b="1" dirty="0">
                <a:ln w="22225">
                  <a:solidFill>
                    <a:schemeClr val="accent2"/>
                  </a:solidFill>
                  <a:prstDash val="solid"/>
                </a:ln>
                <a:solidFill>
                  <a:schemeClr val="accent2">
                    <a:lumMod val="40000"/>
                    <a:lumOff val="60000"/>
                  </a:schemeClr>
                </a:solidFill>
              </a:rPr>
              <a:t>Scrum Roles:-</a:t>
            </a:r>
            <a:endParaRPr lang="en-IN" sz="3600" b="1" dirty="0">
              <a:ln w="22225">
                <a:solidFill>
                  <a:schemeClr val="accent2"/>
                </a:solidFill>
                <a:prstDash val="solid"/>
              </a:ln>
              <a:solidFill>
                <a:schemeClr val="accent2">
                  <a:lumMod val="40000"/>
                  <a:lumOff val="60000"/>
                </a:schemeClr>
              </a:solidFill>
            </a:endParaRPr>
          </a:p>
        </p:txBody>
      </p:sp>
      <p:sp>
        <p:nvSpPr>
          <p:cNvPr id="11" name="Rectangle: Rounded Corners 10">
            <a:extLst>
              <a:ext uri="{FF2B5EF4-FFF2-40B4-BE49-F238E27FC236}">
                <a16:creationId xmlns:a16="http://schemas.microsoft.com/office/drawing/2014/main" id="{7B34180A-F13F-4A0B-3DD4-4EB9017D98F3}"/>
              </a:ext>
            </a:extLst>
          </p:cNvPr>
          <p:cNvSpPr/>
          <p:nvPr/>
        </p:nvSpPr>
        <p:spPr>
          <a:xfrm>
            <a:off x="22123" y="1247930"/>
            <a:ext cx="5660922" cy="1259295"/>
          </a:xfrm>
          <a:prstGeom prst="round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600" b="1" dirty="0">
                <a:ln w="0"/>
                <a:solidFill>
                  <a:schemeClr val="accent1"/>
                </a:solidFill>
                <a:effectLst>
                  <a:outerShdw blurRad="38100" dist="25400" dir="5400000" algn="ctr" rotWithShape="0">
                    <a:srgbClr val="6E747A">
                      <a:alpha val="43000"/>
                    </a:srgbClr>
                  </a:outerShdw>
                </a:effectLst>
              </a:rPr>
              <a:t>Product Owner:-</a:t>
            </a:r>
            <a:endParaRPr lang="en-IN" sz="3600" b="1" dirty="0">
              <a:ln w="22225">
                <a:solidFill>
                  <a:schemeClr val="accent2"/>
                </a:solidFill>
                <a:prstDash val="solid"/>
              </a:ln>
              <a:solidFill>
                <a:schemeClr val="accent2">
                  <a:lumMod val="40000"/>
                  <a:lumOff val="60000"/>
                </a:schemeClr>
              </a:solidFill>
            </a:endParaRPr>
          </a:p>
        </p:txBody>
      </p:sp>
      <p:sp>
        <p:nvSpPr>
          <p:cNvPr id="12" name="Rectangle: Rounded Corners 11">
            <a:extLst>
              <a:ext uri="{FF2B5EF4-FFF2-40B4-BE49-F238E27FC236}">
                <a16:creationId xmlns:a16="http://schemas.microsoft.com/office/drawing/2014/main" id="{7FCC427C-4231-DDAB-63E1-83F7AE21A1B2}"/>
              </a:ext>
            </a:extLst>
          </p:cNvPr>
          <p:cNvSpPr/>
          <p:nvPr/>
        </p:nvSpPr>
        <p:spPr>
          <a:xfrm>
            <a:off x="6312309" y="3164120"/>
            <a:ext cx="5660922" cy="1259295"/>
          </a:xfrm>
          <a:prstGeom prst="round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600" b="1" dirty="0">
                <a:ln w="22225">
                  <a:solidFill>
                    <a:schemeClr val="accent2"/>
                  </a:solidFill>
                  <a:prstDash val="solid"/>
                </a:ln>
                <a:solidFill>
                  <a:schemeClr val="accent2">
                    <a:lumMod val="40000"/>
                    <a:lumOff val="60000"/>
                  </a:schemeClr>
                </a:solidFill>
              </a:rPr>
              <a:t>Scrum Master:-</a:t>
            </a:r>
            <a:endParaRPr lang="en-IN" sz="3600" b="1" dirty="0">
              <a:ln w="22225">
                <a:solidFill>
                  <a:schemeClr val="accent2"/>
                </a:solidFill>
                <a:prstDash val="solid"/>
              </a:ln>
              <a:solidFill>
                <a:schemeClr val="accent2">
                  <a:lumMod val="40000"/>
                  <a:lumOff val="60000"/>
                </a:schemeClr>
              </a:solidFill>
            </a:endParaRPr>
          </a:p>
        </p:txBody>
      </p:sp>
      <p:sp>
        <p:nvSpPr>
          <p:cNvPr id="13" name="Rectangle: Rounded Corners 12">
            <a:extLst>
              <a:ext uri="{FF2B5EF4-FFF2-40B4-BE49-F238E27FC236}">
                <a16:creationId xmlns:a16="http://schemas.microsoft.com/office/drawing/2014/main" id="{9EC1985C-B507-6371-AAF0-62367060AFC8}"/>
              </a:ext>
            </a:extLst>
          </p:cNvPr>
          <p:cNvSpPr/>
          <p:nvPr/>
        </p:nvSpPr>
        <p:spPr>
          <a:xfrm>
            <a:off x="120445" y="5195179"/>
            <a:ext cx="5660922" cy="1259295"/>
          </a:xfrm>
          <a:prstGeom prst="round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600" b="1" dirty="0">
                <a:ln w="0"/>
                <a:solidFill>
                  <a:schemeClr val="accent1"/>
                </a:solidFill>
                <a:effectLst>
                  <a:outerShdw blurRad="38100" dist="25400" dir="5400000" algn="ctr" rotWithShape="0">
                    <a:srgbClr val="6E747A">
                      <a:alpha val="43000"/>
                    </a:srgbClr>
                  </a:outerShdw>
                </a:effectLst>
              </a:rPr>
              <a:t>Scrum Team:-</a:t>
            </a:r>
            <a:endParaRPr lang="en-IN" sz="36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562609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42F14-76B9-75F4-5508-E4BCA25797C0}"/>
              </a:ext>
            </a:extLst>
          </p:cNvPr>
          <p:cNvSpPr>
            <a:spLocks noGrp="1"/>
          </p:cNvSpPr>
          <p:nvPr>
            <p:ph type="title"/>
          </p:nvPr>
        </p:nvSpPr>
        <p:spPr/>
        <p:txBody>
          <a:bodyPr/>
          <a:lstStyle/>
          <a:p>
            <a:r>
              <a:rPr lang="en-US" dirty="0">
                <a:solidFill>
                  <a:schemeClr val="accent4">
                    <a:lumMod val="60000"/>
                    <a:lumOff val="40000"/>
                  </a:schemeClr>
                </a:solidFill>
              </a:rPr>
              <a:t>Scrum Master</a:t>
            </a:r>
            <a:endParaRPr lang="en-IN"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75EB2468-FAC2-091F-8775-74A42D3AE4C7}"/>
              </a:ext>
            </a:extLst>
          </p:cNvPr>
          <p:cNvSpPr>
            <a:spLocks noGrp="1"/>
          </p:cNvSpPr>
          <p:nvPr>
            <p:ph idx="1"/>
          </p:nvPr>
        </p:nvSpPr>
        <p:spPr>
          <a:xfrm>
            <a:off x="838200" y="1825625"/>
            <a:ext cx="4687529" cy="4351338"/>
          </a:xfrm>
        </p:spPr>
        <p:txBody>
          <a:bodyPr>
            <a:normAutofit fontScale="77500" lnSpcReduction="20000"/>
          </a:bodyPr>
          <a:lstStyle/>
          <a:p>
            <a:pPr>
              <a:buNone/>
            </a:pPr>
            <a:r>
              <a:rPr lang="en-US" b="1" dirty="0">
                <a:solidFill>
                  <a:schemeClr val="accent4">
                    <a:lumMod val="60000"/>
                    <a:lumOff val="40000"/>
                  </a:schemeClr>
                </a:solidFill>
              </a:rPr>
              <a:t>Scrum Master</a:t>
            </a:r>
            <a:endParaRPr lang="en-US" dirty="0">
              <a:solidFill>
                <a:schemeClr val="accent4">
                  <a:lumMod val="60000"/>
                  <a:lumOff val="40000"/>
                </a:schemeClr>
              </a:solidFill>
            </a:endParaRPr>
          </a:p>
          <a:p>
            <a:pPr>
              <a:buFont typeface="Arial" panose="020B0604020202020204" pitchFamily="34" charset="0"/>
              <a:buChar char="•"/>
            </a:pPr>
            <a:r>
              <a:rPr lang="en-US" b="1" dirty="0">
                <a:solidFill>
                  <a:schemeClr val="accent4">
                    <a:lumMod val="60000"/>
                    <a:lumOff val="40000"/>
                  </a:schemeClr>
                </a:solidFill>
              </a:rPr>
              <a:t>Role:</a:t>
            </a:r>
            <a:r>
              <a:rPr lang="en-US" dirty="0">
                <a:solidFill>
                  <a:schemeClr val="accent4">
                    <a:lumMod val="60000"/>
                    <a:lumOff val="40000"/>
                  </a:schemeClr>
                </a:solidFill>
              </a:rPr>
              <a:t> Servant-leader, facilitates Scrum adoption.</a:t>
            </a:r>
          </a:p>
          <a:p>
            <a:pPr>
              <a:buNone/>
            </a:pPr>
            <a:r>
              <a:rPr lang="en-US" b="1" dirty="0">
                <a:solidFill>
                  <a:schemeClr val="accent4">
                    <a:lumMod val="60000"/>
                    <a:lumOff val="40000"/>
                  </a:schemeClr>
                </a:solidFill>
              </a:rPr>
              <a:t>Key Responsibilities:</a:t>
            </a:r>
            <a:endParaRPr lang="en-US" dirty="0">
              <a:solidFill>
                <a:schemeClr val="accent4">
                  <a:lumMod val="60000"/>
                  <a:lumOff val="40000"/>
                </a:schemeClr>
              </a:solidFill>
            </a:endParaRPr>
          </a:p>
          <a:p>
            <a:pPr>
              <a:buFont typeface="Arial" panose="020B0604020202020204" pitchFamily="34" charset="0"/>
              <a:buChar char="•"/>
            </a:pPr>
            <a:r>
              <a:rPr lang="en-US" b="1" dirty="0">
                <a:solidFill>
                  <a:schemeClr val="accent4">
                    <a:lumMod val="60000"/>
                    <a:lumOff val="40000"/>
                  </a:schemeClr>
                </a:solidFill>
              </a:rPr>
              <a:t>Process Facilitation:</a:t>
            </a:r>
            <a:r>
              <a:rPr lang="en-US" dirty="0">
                <a:solidFill>
                  <a:schemeClr val="accent4">
                    <a:lumMod val="60000"/>
                    <a:lumOff val="40000"/>
                  </a:schemeClr>
                </a:solidFill>
              </a:rPr>
              <a:t> Facilitates Scrum events (Sprint Planning, </a:t>
            </a:r>
            <a:r>
              <a:rPr lang="en-US" b="1" dirty="0">
                <a:solidFill>
                  <a:schemeClr val="accent4">
                    <a:lumMod val="60000"/>
                    <a:lumOff val="40000"/>
                  </a:schemeClr>
                </a:solidFill>
              </a:rPr>
              <a:t>Daily Scrum</a:t>
            </a:r>
            <a:r>
              <a:rPr lang="en-US" dirty="0">
                <a:solidFill>
                  <a:schemeClr val="accent4">
                    <a:lumMod val="60000"/>
                    <a:lumOff val="40000"/>
                  </a:schemeClr>
                </a:solidFill>
              </a:rPr>
              <a:t>, </a:t>
            </a:r>
            <a:r>
              <a:rPr lang="en-US" b="1" dirty="0">
                <a:solidFill>
                  <a:schemeClr val="accent4">
                    <a:lumMod val="60000"/>
                    <a:lumOff val="40000"/>
                  </a:schemeClr>
                </a:solidFill>
              </a:rPr>
              <a:t>Sprint Review</a:t>
            </a:r>
            <a:r>
              <a:rPr lang="en-US" dirty="0">
                <a:solidFill>
                  <a:schemeClr val="accent4">
                    <a:lumMod val="60000"/>
                    <a:lumOff val="40000"/>
                  </a:schemeClr>
                </a:solidFill>
              </a:rPr>
              <a:t>, </a:t>
            </a:r>
            <a:r>
              <a:rPr lang="en-US" b="1" dirty="0">
                <a:solidFill>
                  <a:schemeClr val="accent4">
                    <a:lumMod val="60000"/>
                    <a:lumOff val="40000"/>
                  </a:schemeClr>
                </a:solidFill>
              </a:rPr>
              <a:t>Sprint Retrospective</a:t>
            </a:r>
            <a:r>
              <a:rPr lang="en-US" dirty="0">
                <a:solidFill>
                  <a:schemeClr val="accent4">
                    <a:lumMod val="60000"/>
                    <a:lumOff val="40000"/>
                  </a:schemeClr>
                </a:solidFill>
              </a:rPr>
              <a:t>).</a:t>
            </a:r>
          </a:p>
          <a:p>
            <a:pPr>
              <a:buFont typeface="Arial" panose="020B0604020202020204" pitchFamily="34" charset="0"/>
              <a:buChar char="•"/>
            </a:pPr>
            <a:r>
              <a:rPr lang="en-US" b="1" dirty="0">
                <a:solidFill>
                  <a:schemeClr val="accent4">
                    <a:lumMod val="60000"/>
                    <a:lumOff val="40000"/>
                  </a:schemeClr>
                </a:solidFill>
              </a:rPr>
              <a:t>Impediment Removal:</a:t>
            </a:r>
            <a:r>
              <a:rPr lang="en-US" dirty="0">
                <a:solidFill>
                  <a:schemeClr val="accent4">
                    <a:lumMod val="60000"/>
                    <a:lumOff val="40000"/>
                  </a:schemeClr>
                </a:solidFill>
              </a:rPr>
              <a:t> Removes obstacles for the team.</a:t>
            </a:r>
          </a:p>
          <a:p>
            <a:pPr>
              <a:buFont typeface="Arial" panose="020B0604020202020204" pitchFamily="34" charset="0"/>
              <a:buChar char="•"/>
            </a:pPr>
            <a:r>
              <a:rPr lang="en-US" b="1" dirty="0">
                <a:solidFill>
                  <a:schemeClr val="accent4">
                    <a:lumMod val="60000"/>
                    <a:lumOff val="40000"/>
                  </a:schemeClr>
                </a:solidFill>
              </a:rPr>
              <a:t>Coaching and Mentoring:</a:t>
            </a:r>
            <a:r>
              <a:rPr lang="en-US" dirty="0">
                <a:solidFill>
                  <a:schemeClr val="accent4">
                    <a:lumMod val="60000"/>
                    <a:lumOff val="40000"/>
                  </a:schemeClr>
                </a:solidFill>
              </a:rPr>
              <a:t> Coaches the team on Scrum principles.</a:t>
            </a:r>
          </a:p>
          <a:p>
            <a:pPr>
              <a:buFont typeface="Arial" panose="020B0604020202020204" pitchFamily="34" charset="0"/>
              <a:buChar char="•"/>
            </a:pPr>
            <a:r>
              <a:rPr lang="en-US" b="1" dirty="0">
                <a:solidFill>
                  <a:schemeClr val="accent4">
                    <a:lumMod val="60000"/>
                    <a:lumOff val="40000"/>
                  </a:schemeClr>
                </a:solidFill>
              </a:rPr>
              <a:t>Servant Leadership:</a:t>
            </a:r>
            <a:r>
              <a:rPr lang="en-US" dirty="0">
                <a:solidFill>
                  <a:schemeClr val="accent4">
                    <a:lumMod val="60000"/>
                    <a:lumOff val="40000"/>
                  </a:schemeClr>
                </a:solidFill>
              </a:rPr>
              <a:t> Serves the team, Product Owner, and organization.</a:t>
            </a:r>
          </a:p>
        </p:txBody>
      </p:sp>
      <p:pic>
        <p:nvPicPr>
          <p:cNvPr id="10242" name="Picture 2" descr="Image result for Scrum roles Scrum master">
            <a:extLst>
              <a:ext uri="{FF2B5EF4-FFF2-40B4-BE49-F238E27FC236}">
                <a16:creationId xmlns:a16="http://schemas.microsoft.com/office/drawing/2014/main" id="{1AC44BF1-B001-2050-403D-37CB9757F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3108" y="0"/>
            <a:ext cx="4981575" cy="6685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920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7C64-E360-0138-1BD7-29D90CAA1BA3}"/>
              </a:ext>
            </a:extLst>
          </p:cNvPr>
          <p:cNvSpPr>
            <a:spLocks noGrp="1"/>
          </p:cNvSpPr>
          <p:nvPr>
            <p:ph type="title"/>
          </p:nvPr>
        </p:nvSpPr>
        <p:spPr>
          <a:xfrm>
            <a:off x="838200" y="365125"/>
            <a:ext cx="3094703" cy="1325563"/>
          </a:xfrm>
        </p:spPr>
        <p:txBody>
          <a:bodyPr/>
          <a:lstStyle/>
          <a:p>
            <a:r>
              <a:rPr lang="en-US" dirty="0">
                <a:solidFill>
                  <a:schemeClr val="accent4">
                    <a:lumMod val="60000"/>
                    <a:lumOff val="40000"/>
                  </a:schemeClr>
                </a:solidFill>
              </a:rPr>
              <a:t>Product Owner</a:t>
            </a:r>
            <a:endParaRPr lang="en-IN"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2248188D-10F0-C1B5-D3E3-199F799FB010}"/>
              </a:ext>
            </a:extLst>
          </p:cNvPr>
          <p:cNvSpPr>
            <a:spLocks noGrp="1"/>
          </p:cNvSpPr>
          <p:nvPr>
            <p:ph idx="1"/>
          </p:nvPr>
        </p:nvSpPr>
        <p:spPr>
          <a:xfrm>
            <a:off x="838200" y="1825625"/>
            <a:ext cx="3094703" cy="4351338"/>
          </a:xfrm>
        </p:spPr>
        <p:txBody>
          <a:bodyPr>
            <a:normAutofit fontScale="62500" lnSpcReduction="20000"/>
          </a:bodyPr>
          <a:lstStyle/>
          <a:p>
            <a:pPr>
              <a:buNone/>
            </a:pPr>
            <a:r>
              <a:rPr lang="en-US" b="1" dirty="0">
                <a:solidFill>
                  <a:schemeClr val="accent4">
                    <a:lumMod val="60000"/>
                    <a:lumOff val="40000"/>
                  </a:schemeClr>
                </a:solidFill>
              </a:rPr>
              <a:t>Role:</a:t>
            </a:r>
            <a:r>
              <a:rPr lang="en-US" dirty="0">
                <a:solidFill>
                  <a:schemeClr val="accent4">
                    <a:lumMod val="60000"/>
                    <a:lumOff val="40000"/>
                  </a:schemeClr>
                </a:solidFill>
              </a:rPr>
              <a:t> Maximizes product value and Scrum Team's work.</a:t>
            </a:r>
          </a:p>
          <a:p>
            <a:pPr>
              <a:buNone/>
            </a:pPr>
            <a:r>
              <a:rPr lang="en-US" b="1" dirty="0">
                <a:solidFill>
                  <a:schemeClr val="accent4">
                    <a:lumMod val="60000"/>
                    <a:lumOff val="40000"/>
                  </a:schemeClr>
                </a:solidFill>
              </a:rPr>
              <a:t>Key Responsibilities:</a:t>
            </a:r>
            <a:endParaRPr lang="en-US" dirty="0">
              <a:solidFill>
                <a:schemeClr val="accent4">
                  <a:lumMod val="60000"/>
                  <a:lumOff val="40000"/>
                </a:schemeClr>
              </a:solidFill>
            </a:endParaRPr>
          </a:p>
          <a:p>
            <a:pPr>
              <a:buFont typeface="Arial" panose="020B0604020202020204" pitchFamily="34" charset="0"/>
              <a:buChar char="•"/>
            </a:pPr>
            <a:r>
              <a:rPr lang="en-US" b="1" dirty="0">
                <a:solidFill>
                  <a:schemeClr val="accent4">
                    <a:lumMod val="60000"/>
                    <a:lumOff val="40000"/>
                  </a:schemeClr>
                </a:solidFill>
              </a:rPr>
              <a:t>Product Backlog:</a:t>
            </a:r>
            <a:r>
              <a:rPr lang="en-US" dirty="0">
                <a:solidFill>
                  <a:schemeClr val="accent4">
                    <a:lumMod val="60000"/>
                    <a:lumOff val="40000"/>
                  </a:schemeClr>
                </a:solidFill>
              </a:rPr>
              <a:t> Manages and prioritizes the </a:t>
            </a:r>
            <a:r>
              <a:rPr lang="en-US" b="1" dirty="0">
                <a:solidFill>
                  <a:schemeClr val="accent4">
                    <a:lumMod val="60000"/>
                    <a:lumOff val="40000"/>
                  </a:schemeClr>
                </a:solidFill>
              </a:rPr>
              <a:t>Product Backlog</a:t>
            </a:r>
            <a:r>
              <a:rPr lang="en-US" dirty="0">
                <a:solidFill>
                  <a:schemeClr val="accent4">
                    <a:lumMod val="60000"/>
                    <a:lumOff val="40000"/>
                  </a:schemeClr>
                </a:solidFill>
              </a:rPr>
              <a:t> (ordered list of features/requirements).</a:t>
            </a:r>
          </a:p>
          <a:p>
            <a:pPr>
              <a:buFont typeface="Arial" panose="020B0604020202020204" pitchFamily="34" charset="0"/>
              <a:buChar char="•"/>
            </a:pPr>
            <a:r>
              <a:rPr lang="en-US" b="1" dirty="0">
                <a:solidFill>
                  <a:schemeClr val="accent4">
                    <a:lumMod val="60000"/>
                    <a:lumOff val="40000"/>
                  </a:schemeClr>
                </a:solidFill>
              </a:rPr>
              <a:t>Stakeholder Management:</a:t>
            </a:r>
            <a:r>
              <a:rPr lang="en-US" dirty="0">
                <a:solidFill>
                  <a:schemeClr val="accent4">
                    <a:lumMod val="60000"/>
                    <a:lumOff val="40000"/>
                  </a:schemeClr>
                </a:solidFill>
              </a:rPr>
              <a:t> Represents stakeholder interests.</a:t>
            </a:r>
          </a:p>
          <a:p>
            <a:pPr>
              <a:buFont typeface="Arial" panose="020B0604020202020204" pitchFamily="34" charset="0"/>
              <a:buChar char="•"/>
            </a:pPr>
            <a:r>
              <a:rPr lang="en-US" b="1" dirty="0">
                <a:solidFill>
                  <a:schemeClr val="accent4">
                    <a:lumMod val="60000"/>
                    <a:lumOff val="40000"/>
                  </a:schemeClr>
                </a:solidFill>
              </a:rPr>
              <a:t>Requirement Clarification:</a:t>
            </a:r>
            <a:r>
              <a:rPr lang="en-US" dirty="0">
                <a:solidFill>
                  <a:schemeClr val="accent4">
                    <a:lumMod val="60000"/>
                    <a:lumOff val="40000"/>
                  </a:schemeClr>
                </a:solidFill>
              </a:rPr>
              <a:t> Clarifies requirements with stakeholders and the team.</a:t>
            </a:r>
          </a:p>
          <a:p>
            <a:pPr>
              <a:buFont typeface="Arial" panose="020B0604020202020204" pitchFamily="34" charset="0"/>
              <a:buChar char="•"/>
            </a:pPr>
            <a:r>
              <a:rPr lang="en-US" b="1" dirty="0">
                <a:solidFill>
                  <a:schemeClr val="accent4">
                    <a:lumMod val="60000"/>
                    <a:lumOff val="40000"/>
                  </a:schemeClr>
                </a:solidFill>
              </a:rPr>
              <a:t>Acceptance of Work:</a:t>
            </a:r>
            <a:r>
              <a:rPr lang="en-US" dirty="0">
                <a:solidFill>
                  <a:schemeClr val="accent4">
                    <a:lumMod val="60000"/>
                    <a:lumOff val="40000"/>
                  </a:schemeClr>
                </a:solidFill>
              </a:rPr>
              <a:t> Accepts completed work meeting criteria.</a:t>
            </a:r>
          </a:p>
        </p:txBody>
      </p:sp>
      <p:pic>
        <p:nvPicPr>
          <p:cNvPr id="9218" name="Picture 2" descr="How to Become a Certified Scrum Product Owner (CSPO): A Comprehensive ...">
            <a:extLst>
              <a:ext uri="{FF2B5EF4-FFF2-40B4-BE49-F238E27FC236}">
                <a16:creationId xmlns:a16="http://schemas.microsoft.com/office/drawing/2014/main" id="{198E643A-400A-8C44-CB4C-EF66B6CD4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8374" y="294969"/>
            <a:ext cx="7993626" cy="6430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416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94017-1903-71F1-7434-C73992019226}"/>
              </a:ext>
            </a:extLst>
          </p:cNvPr>
          <p:cNvSpPr>
            <a:spLocks noGrp="1"/>
          </p:cNvSpPr>
          <p:nvPr>
            <p:ph type="title"/>
          </p:nvPr>
        </p:nvSpPr>
        <p:spPr/>
        <p:txBody>
          <a:bodyPr/>
          <a:lstStyle/>
          <a:p>
            <a:r>
              <a:rPr lang="en-US" dirty="0">
                <a:solidFill>
                  <a:schemeClr val="accent4">
                    <a:lumMod val="60000"/>
                    <a:lumOff val="40000"/>
                  </a:schemeClr>
                </a:solidFill>
              </a:rPr>
              <a:t>Scrum Team</a:t>
            </a:r>
            <a:endParaRPr lang="en-IN"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A2EE097F-6C04-96F8-1135-CB5860CC9B70}"/>
              </a:ext>
            </a:extLst>
          </p:cNvPr>
          <p:cNvSpPr>
            <a:spLocks noGrp="1"/>
          </p:cNvSpPr>
          <p:nvPr>
            <p:ph idx="1"/>
          </p:nvPr>
        </p:nvSpPr>
        <p:spPr>
          <a:xfrm>
            <a:off x="838200" y="1825625"/>
            <a:ext cx="5896897" cy="4351338"/>
          </a:xfrm>
        </p:spPr>
        <p:txBody>
          <a:bodyPr>
            <a:normAutofit fontScale="77500" lnSpcReduction="20000"/>
          </a:bodyPr>
          <a:lstStyle/>
          <a:p>
            <a:pPr>
              <a:buNone/>
            </a:pPr>
            <a:r>
              <a:rPr lang="en-US" b="1" dirty="0">
                <a:solidFill>
                  <a:schemeClr val="accent4">
                    <a:lumMod val="60000"/>
                    <a:lumOff val="40000"/>
                  </a:schemeClr>
                </a:solidFill>
              </a:rPr>
              <a:t>Scrum Team</a:t>
            </a:r>
            <a:endParaRPr lang="en-US" dirty="0">
              <a:solidFill>
                <a:schemeClr val="accent4">
                  <a:lumMod val="60000"/>
                  <a:lumOff val="40000"/>
                </a:schemeClr>
              </a:solidFill>
            </a:endParaRPr>
          </a:p>
          <a:p>
            <a:pPr>
              <a:buFont typeface="Arial" panose="020B0604020202020204" pitchFamily="34" charset="0"/>
              <a:buChar char="•"/>
            </a:pPr>
            <a:r>
              <a:rPr lang="en-US" b="1" dirty="0">
                <a:solidFill>
                  <a:schemeClr val="accent4">
                    <a:lumMod val="60000"/>
                    <a:lumOff val="40000"/>
                  </a:schemeClr>
                </a:solidFill>
              </a:rPr>
              <a:t>Role:</a:t>
            </a:r>
            <a:r>
              <a:rPr lang="en-US" dirty="0">
                <a:solidFill>
                  <a:schemeClr val="accent4">
                    <a:lumMod val="60000"/>
                    <a:lumOff val="40000"/>
                  </a:schemeClr>
                </a:solidFill>
              </a:rPr>
              <a:t> Delivers product increments iteratively.</a:t>
            </a:r>
          </a:p>
          <a:p>
            <a:pPr>
              <a:buNone/>
            </a:pPr>
            <a:r>
              <a:rPr lang="en-US" b="1" dirty="0">
                <a:solidFill>
                  <a:schemeClr val="accent4">
                    <a:lumMod val="60000"/>
                    <a:lumOff val="40000"/>
                  </a:schemeClr>
                </a:solidFill>
              </a:rPr>
              <a:t>Key Characteristics:</a:t>
            </a:r>
            <a:endParaRPr lang="en-US" dirty="0">
              <a:solidFill>
                <a:schemeClr val="accent4">
                  <a:lumMod val="60000"/>
                  <a:lumOff val="40000"/>
                </a:schemeClr>
              </a:solidFill>
            </a:endParaRPr>
          </a:p>
          <a:p>
            <a:pPr>
              <a:buFont typeface="Arial" panose="020B0604020202020204" pitchFamily="34" charset="0"/>
              <a:buChar char="•"/>
            </a:pPr>
            <a:r>
              <a:rPr lang="en-US" b="1" dirty="0">
                <a:solidFill>
                  <a:schemeClr val="accent4">
                    <a:lumMod val="60000"/>
                    <a:lumOff val="40000"/>
                  </a:schemeClr>
                </a:solidFill>
              </a:rPr>
              <a:t>Cross-Functional:</a:t>
            </a:r>
            <a:r>
              <a:rPr lang="en-US" dirty="0">
                <a:solidFill>
                  <a:schemeClr val="accent4">
                    <a:lumMod val="60000"/>
                    <a:lumOff val="40000"/>
                  </a:schemeClr>
                </a:solidFill>
              </a:rPr>
              <a:t> Possesses all necessary skills.</a:t>
            </a:r>
          </a:p>
          <a:p>
            <a:pPr>
              <a:buFont typeface="Arial" panose="020B0604020202020204" pitchFamily="34" charset="0"/>
              <a:buChar char="•"/>
            </a:pPr>
            <a:r>
              <a:rPr lang="en-US" b="1" dirty="0">
                <a:solidFill>
                  <a:schemeClr val="accent4">
                    <a:lumMod val="60000"/>
                    <a:lumOff val="40000"/>
                  </a:schemeClr>
                </a:solidFill>
              </a:rPr>
              <a:t>Self-Organizing:</a:t>
            </a:r>
            <a:r>
              <a:rPr lang="en-US" dirty="0">
                <a:solidFill>
                  <a:schemeClr val="accent4">
                    <a:lumMod val="60000"/>
                    <a:lumOff val="40000"/>
                  </a:schemeClr>
                </a:solidFill>
              </a:rPr>
              <a:t> Plans and executes work independently using the </a:t>
            </a:r>
            <a:r>
              <a:rPr lang="en-US" b="1" dirty="0">
                <a:solidFill>
                  <a:schemeClr val="accent4">
                    <a:lumMod val="60000"/>
                    <a:lumOff val="40000"/>
                  </a:schemeClr>
                </a:solidFill>
              </a:rPr>
              <a:t>Sprint Backlog</a:t>
            </a:r>
            <a:r>
              <a:rPr lang="en-US" dirty="0">
                <a:solidFill>
                  <a:schemeClr val="accent4">
                    <a:lumMod val="60000"/>
                    <a:lumOff val="40000"/>
                  </a:schemeClr>
                </a:solidFill>
              </a:rPr>
              <a:t> (subset of product backlog for the current sprint).</a:t>
            </a:r>
          </a:p>
          <a:p>
            <a:pPr>
              <a:buFont typeface="Arial" panose="020B0604020202020204" pitchFamily="34" charset="0"/>
              <a:buChar char="•"/>
            </a:pPr>
            <a:r>
              <a:rPr lang="en-US" b="1" dirty="0">
                <a:solidFill>
                  <a:schemeClr val="accent4">
                    <a:lumMod val="60000"/>
                    <a:lumOff val="40000"/>
                  </a:schemeClr>
                </a:solidFill>
              </a:rPr>
              <a:t>Accountable:</a:t>
            </a:r>
            <a:r>
              <a:rPr lang="en-US" dirty="0">
                <a:solidFill>
                  <a:schemeClr val="accent4">
                    <a:lumMod val="60000"/>
                    <a:lumOff val="40000"/>
                  </a:schemeClr>
                </a:solidFill>
              </a:rPr>
              <a:t> Collectively responsible for </a:t>
            </a:r>
            <a:r>
              <a:rPr lang="en-US" b="1" dirty="0">
                <a:solidFill>
                  <a:schemeClr val="accent4">
                    <a:lumMod val="60000"/>
                    <a:lumOff val="40000"/>
                  </a:schemeClr>
                </a:solidFill>
              </a:rPr>
              <a:t>Sprint Goals</a:t>
            </a:r>
            <a:r>
              <a:rPr lang="en-US" dirty="0">
                <a:solidFill>
                  <a:schemeClr val="accent4">
                    <a:lumMod val="60000"/>
                    <a:lumOff val="40000"/>
                  </a:schemeClr>
                </a:solidFill>
              </a:rPr>
              <a:t> (objectives of the sprint).</a:t>
            </a:r>
          </a:p>
          <a:p>
            <a:pPr>
              <a:buFont typeface="Arial" panose="020B0604020202020204" pitchFamily="34" charset="0"/>
              <a:buChar char="•"/>
            </a:pPr>
            <a:r>
              <a:rPr lang="en-US" b="1" dirty="0">
                <a:solidFill>
                  <a:schemeClr val="accent4">
                    <a:lumMod val="60000"/>
                    <a:lumOff val="40000"/>
                  </a:schemeClr>
                </a:solidFill>
              </a:rPr>
              <a:t>Empowered:</a:t>
            </a:r>
            <a:r>
              <a:rPr lang="en-US" dirty="0">
                <a:solidFill>
                  <a:schemeClr val="accent4">
                    <a:lumMod val="60000"/>
                    <a:lumOff val="40000"/>
                  </a:schemeClr>
                </a:solidFill>
              </a:rPr>
              <a:t> Makes decisions and improves processes.</a:t>
            </a:r>
          </a:p>
        </p:txBody>
      </p:sp>
      <p:pic>
        <p:nvPicPr>
          <p:cNvPr id="11266" name="Picture 2" descr="Image result for Scrum roles devleopnment team">
            <a:extLst>
              <a:ext uri="{FF2B5EF4-FFF2-40B4-BE49-F238E27FC236}">
                <a16:creationId xmlns:a16="http://schemas.microsoft.com/office/drawing/2014/main" id="{BE7EAA19-217C-3233-1F50-AB58B3D78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6125" y="157316"/>
            <a:ext cx="4968056" cy="6335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388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5CF3-9E11-FA2B-B420-4096493092D0}"/>
              </a:ext>
            </a:extLst>
          </p:cNvPr>
          <p:cNvSpPr>
            <a:spLocks noGrp="1"/>
          </p:cNvSpPr>
          <p:nvPr>
            <p:ph type="title"/>
          </p:nvPr>
        </p:nvSpPr>
        <p:spPr>
          <a:xfrm>
            <a:off x="831850" y="3062288"/>
            <a:ext cx="10515600" cy="1500187"/>
          </a:xfrm>
        </p:spPr>
        <p:txBody>
          <a:bodyPr/>
          <a:lstStyle/>
          <a:p>
            <a:r>
              <a:rPr lang="en-US" dirty="0"/>
              <a:t> </a:t>
            </a:r>
            <a:endParaRPr lang="en-IN" dirty="0"/>
          </a:p>
        </p:txBody>
      </p:sp>
      <p:sp>
        <p:nvSpPr>
          <p:cNvPr id="3" name="Text Placeholder 2">
            <a:extLst>
              <a:ext uri="{FF2B5EF4-FFF2-40B4-BE49-F238E27FC236}">
                <a16:creationId xmlns:a16="http://schemas.microsoft.com/office/drawing/2014/main" id="{567B6C54-9E26-7E65-238C-0B31AF600A09}"/>
              </a:ext>
            </a:extLst>
          </p:cNvPr>
          <p:cNvSpPr>
            <a:spLocks noGrp="1"/>
          </p:cNvSpPr>
          <p:nvPr>
            <p:ph type="body" idx="1"/>
          </p:nvPr>
        </p:nvSpPr>
        <p:spPr>
          <a:xfrm>
            <a:off x="831850" y="1917291"/>
            <a:ext cx="10515600" cy="2133599"/>
          </a:xfrm>
        </p:spPr>
        <p:txBody>
          <a:bodyPr/>
          <a:lstStyle/>
          <a:p>
            <a:endParaRPr lang="en-US" dirty="0"/>
          </a:p>
          <a:p>
            <a:endParaRPr lang="en-IN" dirty="0"/>
          </a:p>
          <a:p>
            <a:r>
              <a:rPr lang="en-IN" sz="4000" dirty="0"/>
              <a:t>                                 THANK YOU!!!!</a:t>
            </a:r>
          </a:p>
        </p:txBody>
      </p:sp>
      <p:pic>
        <p:nvPicPr>
          <p:cNvPr id="12292" name="Picture 4" descr="Image result for Thank you futuristic">
            <a:extLst>
              <a:ext uri="{FF2B5EF4-FFF2-40B4-BE49-F238E27FC236}">
                <a16:creationId xmlns:a16="http://schemas.microsoft.com/office/drawing/2014/main" id="{6916C550-C157-9ABA-E60B-3C6DFF17DA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938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TotalTime>
  <Words>950</Words>
  <Application>Microsoft Office PowerPoint</Application>
  <PresentationFormat>Widescreen</PresentationFormat>
  <Paragraphs>97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Microsoft JhengHei UI</vt:lpstr>
      <vt:lpstr>Arial</vt:lpstr>
      <vt:lpstr>Calibri</vt:lpstr>
      <vt:lpstr>Calibri Light</vt:lpstr>
      <vt:lpstr>Office Theme</vt:lpstr>
      <vt:lpstr>-------------</vt:lpstr>
      <vt:lpstr>Topics Covered:-</vt:lpstr>
      <vt:lpstr>PowerPoint Presentation</vt:lpstr>
      <vt:lpstr>Feature Driven Development(FDD)</vt:lpstr>
      <vt:lpstr>Key Concepts in FDD:-</vt:lpstr>
      <vt:lpstr>Processes Included in FDD:-</vt:lpstr>
      <vt:lpstr>Practices in FDD:-</vt:lpstr>
      <vt:lpstr>PowerPoint Presentation</vt:lpstr>
      <vt:lpstr>PowerPoint Presentation</vt:lpstr>
      <vt:lpstr>Scrum Roles:-</vt:lpstr>
      <vt:lpstr>PowerPoint Presentation</vt:lpstr>
      <vt:lpstr>Scrum Master</vt:lpstr>
      <vt:lpstr>Product Owner</vt:lpstr>
      <vt:lpstr>Scrum Team</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Revanth Parna</dc:creator>
  <cp:lastModifiedBy>Revanth Parna</cp:lastModifiedBy>
  <cp:revision>1</cp:revision>
  <dcterms:created xsi:type="dcterms:W3CDTF">2025-03-23T18:36:28Z</dcterms:created>
  <dcterms:modified xsi:type="dcterms:W3CDTF">2025-03-24T01:50:01Z</dcterms:modified>
</cp:coreProperties>
</file>