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1286-3BDC-577A-693C-52DF5D0DA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A1639-5585-33B6-13B3-D346BCFB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87756-5233-D76F-E053-251BE201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F06B-D199-C0FE-8A59-44654B08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FFA1C-D8F1-256E-8C31-369135F8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22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4507-5505-989E-2B9E-68E3310B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F581-6CCF-DA3E-3315-6A235404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A703D-C5E5-1C7A-8512-75657F99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AE32C-0ABB-6A5E-C5A5-7BAC5F46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B062-DC43-86BF-1BEA-1F37D571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2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4417-0101-879C-739A-6DDDADF1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57689-197A-3529-78F1-91A2F893A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B8703-A23F-DCD9-55B9-2FC3D7B7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C5BE6-F88B-889D-3545-2D057178C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A69B-F806-215F-31FE-5563676C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04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66A8-8B8B-355B-F126-0AA31B36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2B02B-22E5-79CD-9E04-95253EC1A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2DBA6-ED48-9FEF-20FD-1DC3B245A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9C539-FE68-B74A-9E92-5F4E8C0B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06723-7D61-F840-1CAD-F71A741C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6EF79-A40C-F88F-5D78-04C892E7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1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7EA8-DB09-33AE-D862-E9E0C63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AA59E-F472-519B-6477-F420FDDC2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9F41F-8AF8-889E-D0C1-AB0BA8030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4A1AB-063D-CE7F-3E15-D5B43BB28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FF402-7F24-6497-05B6-9EC03DDEB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207F3-1BDF-BD4B-3DE6-A91C4BB4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8DA9B-70F0-38A6-2865-AFF6284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412A4-5779-A760-C068-8C38ABFD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9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E3E0-4853-EA71-64C5-D150E086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41B11-E5C1-42B5-617E-C1383777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E3AD-ECF8-737C-0475-550AC063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8C6A4-82E6-6DA8-6001-CAD9B266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E38C0-DE04-7FCD-6185-9BABD78F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B6265-1F24-6876-9969-A5E1A119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54B09-D8EF-29F7-B55B-FDE4F43A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483F-899B-0653-3E46-B4729B5F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4B3C-26FB-631D-7D00-E0ED28CA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3AD9C-463E-01FB-4B64-95EEA12AC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98D2F-E05D-C3C7-BC64-1FCFB6F2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31DCB-2F81-B61B-FC1C-5EDA2E88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76B88-746B-3023-CF90-F237E071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9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7620-C253-BE75-58D4-F1375B0A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D7EBA-66C8-46CA-4C99-4CFF5620D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59CB5-8B95-BFBB-C7AC-B0EE31E50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8AF4D-BEC5-24E8-69FA-76A8904F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15247-DCF5-F33B-A3B2-B24F639D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2F98F-0697-FBAA-9760-81646FC8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A800D-F3D5-8211-0D4A-2A118BE0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6A254-73DD-1446-8CA1-2EF5F192D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5A1B-1293-39FB-EB31-C043FDD9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36FA7-5D3F-91EB-17B5-B3A35110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57F6-DDFB-7354-2CD7-5A2B19A0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4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BC319-2EB0-09DD-10FC-58C398E45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CB466-BDA4-CB5C-9889-34659380E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9B2E5-056B-2C56-E6B7-FED232D5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AA958-649A-1BFD-9D82-9C766885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261F1-457B-A706-D879-9B3DB733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34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9C817-8C1B-08BC-DA3B-7B8190CE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10293-40C6-01A4-825C-4172227FA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C36D6-B19A-A9BA-EF29-F9F57A436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6E2B-419E-4924-ABD9-FC961352A2DD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1732-B9E5-4588-77E2-55988E843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8C9D9-8976-9D62-B69C-83438FF3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036A8-80A9-4F77-B169-5897F283D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6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8DE4-069C-3B89-4C63-348F459B0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779D0-B371-6487-C897-8E280A49D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48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A0F6-E39E-3E1B-5E38-49A9909D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F1B02-4DC0-6941-4C72-7C6BAFEA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54A5-CD20-A552-221A-CF8BB12E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CBE3-8F33-0BBC-631A-C3E51CA9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74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A8D0-126D-A5BF-1257-9E28B9E0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18BCE-3635-6B70-F02C-62B272AE8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05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97F1-D8A7-565F-1F4E-3C3CD749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205C-D923-27D0-2FF7-8EB2A9735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8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D0C0-0027-2AE2-67B3-559D4671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B12C5-3F48-6DC1-722C-463D94F78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349C-2C8C-F4D6-42BA-06D4BFA95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72729-2143-3607-37B6-DE268629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38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A6F8-6C27-FDAC-9C85-892556CF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488C-F914-DFA8-462A-ACC895D1F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9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Parna</dc:creator>
  <cp:lastModifiedBy>Revanth Parna</cp:lastModifiedBy>
  <cp:revision>1</cp:revision>
  <dcterms:created xsi:type="dcterms:W3CDTF">2025-10-23T10:21:17Z</dcterms:created>
  <dcterms:modified xsi:type="dcterms:W3CDTF">2025-10-23T10:21:17Z</dcterms:modified>
</cp:coreProperties>
</file>